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6" r:id="rId5"/>
    <p:sldId id="322" r:id="rId6"/>
    <p:sldId id="312" r:id="rId7"/>
    <p:sldId id="314" r:id="rId8"/>
    <p:sldId id="313" r:id="rId9"/>
    <p:sldId id="316" r:id="rId10"/>
    <p:sldId id="310" r:id="rId11"/>
    <p:sldId id="315" r:id="rId12"/>
    <p:sldId id="320" r:id="rId13"/>
    <p:sldId id="321" r:id="rId14"/>
    <p:sldId id="289" r:id="rId15"/>
    <p:sldId id="294" r:id="rId16"/>
    <p:sldId id="317" r:id="rId17"/>
    <p:sldId id="318" r:id="rId18"/>
    <p:sldId id="31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22"/>
            <p14:sldId id="312"/>
            <p14:sldId id="314"/>
            <p14:sldId id="313"/>
            <p14:sldId id="316"/>
            <p14:sldId id="310"/>
            <p14:sldId id="315"/>
            <p14:sldId id="320"/>
            <p14:sldId id="321"/>
            <p14:sldId id="289"/>
          </p14:sldIdLst>
        </p14:section>
        <p14:section name="Design, Morph, Annotate, Work Together, Tell Me" id="{B9B51309-D148-4332-87C2-07BE32FBCA3B}">
          <p14:sldIdLst>
            <p14:sldId id="294"/>
            <p14:sldId id="317"/>
            <p14:sldId id="318"/>
            <p14:sldId id="319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39093" autoAdjust="0"/>
  </p:normalViewPr>
  <p:slideViewPr>
    <p:cSldViewPr snapToGrid="0">
      <p:cViewPr varScale="1">
        <p:scale>
          <a:sx n="39" d="100"/>
          <a:sy n="39" d="100"/>
        </p:scale>
        <p:origin x="3216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26/02/2026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26/02/2026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Sub </a:t>
            </a:r>
            <a:r>
              <a:rPr lang="en-US" dirty="0" err="1"/>
              <a:t>btnSave_Click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nextRow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newID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fullName</a:t>
            </a:r>
            <a:r>
              <a:rPr lang="en-US" dirty="0"/>
              <a:t> As String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("employee")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ÃÇÁª×</a:t>
            </a:r>
            <a:r>
              <a:rPr lang="en-US" dirty="0" err="1"/>
              <a:t>èÍ</a:t>
            </a:r>
            <a:r>
              <a:rPr lang="en-US" dirty="0"/>
              <a:t> + ¹ÒÁÊ¡ØÅ</a:t>
            </a:r>
          </a:p>
          <a:p>
            <a:r>
              <a:rPr lang="en-US" dirty="0"/>
              <a:t>    </a:t>
            </a:r>
            <a:r>
              <a:rPr lang="en-US" dirty="0" err="1"/>
              <a:t>fullName</a:t>
            </a:r>
            <a:r>
              <a:rPr lang="en-US" dirty="0"/>
              <a:t> = Trim(</a:t>
            </a:r>
            <a:r>
              <a:rPr lang="en-US" dirty="0" err="1"/>
              <a:t>txtName.Value</a:t>
            </a:r>
            <a:r>
              <a:rPr lang="en-US" dirty="0"/>
              <a:t>) &amp; " " &amp; Trim(</a:t>
            </a:r>
            <a:r>
              <a:rPr lang="en-US" dirty="0" err="1"/>
              <a:t>txtSurname.Value</a:t>
            </a:r>
            <a:r>
              <a:rPr lang="en-US" dirty="0"/>
              <a:t>)</a:t>
            </a:r>
          </a:p>
          <a:p>
            <a:r>
              <a:rPr lang="en-US" dirty="0"/>
              <a:t>        ' ===== check all fields =====</a:t>
            </a:r>
          </a:p>
          <a:p>
            <a:r>
              <a:rPr lang="en-US" dirty="0"/>
              <a:t>    If </a:t>
            </a:r>
            <a:r>
              <a:rPr lang="en-US" dirty="0" err="1"/>
              <a:t>txtName.Value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txtSurname.Value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cboProvince.Value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cboSubDistrict.Value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cboPosition.Value</a:t>
            </a:r>
            <a:r>
              <a:rPr lang="en-US" dirty="0"/>
              <a:t> = "" Then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 "user must input all fields"</a:t>
            </a:r>
          </a:p>
          <a:p>
            <a:r>
              <a:rPr lang="en-US" dirty="0"/>
              <a:t>        Exit Sub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find last row =====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check duplicate =====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r>
              <a:rPr lang="en-US" dirty="0"/>
              <a:t> Then</a:t>
            </a:r>
          </a:p>
          <a:p>
            <a:r>
              <a:rPr lang="en-US" dirty="0"/>
              <a:t>           </a:t>
            </a:r>
          </a:p>
          <a:p>
            <a:r>
              <a:rPr lang="en-US" dirty="0"/>
              <a:t>           </a:t>
            </a:r>
            <a:r>
              <a:rPr lang="en-US" dirty="0" err="1"/>
              <a:t>MsgBox</a:t>
            </a:r>
            <a:r>
              <a:rPr lang="en-US" dirty="0"/>
              <a:t> "data duplicate"</a:t>
            </a:r>
          </a:p>
          <a:p>
            <a:r>
              <a:rPr lang="en-US" dirty="0"/>
              <a:t>           Exit Sub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' ===== Running ID =====</a:t>
            </a:r>
          </a:p>
          <a:p>
            <a:r>
              <a:rPr lang="en-US" dirty="0"/>
              <a:t>    If </a:t>
            </a:r>
            <a:r>
              <a:rPr lang="en-US" dirty="0" err="1"/>
              <a:t>lastRow</a:t>
            </a:r>
            <a:r>
              <a:rPr lang="en-US" dirty="0"/>
              <a:t> &lt; 2 Then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2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lastRow</a:t>
            </a:r>
            <a:r>
              <a:rPr lang="en-US" dirty="0"/>
              <a:t>, 1).Value + 1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</a:t>
            </a:r>
            <a:r>
              <a:rPr lang="en-US" dirty="0" err="1"/>
              <a:t>lastRow</a:t>
            </a:r>
            <a:r>
              <a:rPr lang="en-US" dirty="0"/>
              <a:t> + 1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386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93A4F-BAA9-85E4-DA79-FE4AEE8E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BFCD3-9879-608E-D0EF-F9588F805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5A1E6-9E57-4EA1-0161-493F65FE9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Sub </a:t>
            </a:r>
            <a:r>
              <a:rPr lang="en-US" dirty="0" err="1"/>
              <a:t>btnSave_Click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nextRow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newID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fullName</a:t>
            </a:r>
            <a:r>
              <a:rPr lang="en-US" dirty="0"/>
              <a:t> As String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("employee")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ÃÇÁª×</a:t>
            </a:r>
            <a:r>
              <a:rPr lang="en-US" dirty="0" err="1"/>
              <a:t>èÍ</a:t>
            </a:r>
            <a:r>
              <a:rPr lang="en-US" dirty="0"/>
              <a:t> + ¹ÒÁÊ¡ØÅ</a:t>
            </a:r>
          </a:p>
          <a:p>
            <a:r>
              <a:rPr lang="en-US" dirty="0"/>
              <a:t>    </a:t>
            </a:r>
            <a:r>
              <a:rPr lang="en-US" dirty="0" err="1"/>
              <a:t>fullName</a:t>
            </a:r>
            <a:r>
              <a:rPr lang="en-US" dirty="0"/>
              <a:t> = Trim(</a:t>
            </a:r>
            <a:r>
              <a:rPr lang="en-US" dirty="0" err="1"/>
              <a:t>txtName.Value</a:t>
            </a:r>
            <a:r>
              <a:rPr lang="en-US" dirty="0"/>
              <a:t>) &amp; " " &amp; Trim(</a:t>
            </a:r>
            <a:r>
              <a:rPr lang="en-US" dirty="0" err="1"/>
              <a:t>txtSurname.Value</a:t>
            </a:r>
            <a:r>
              <a:rPr lang="en-US" dirty="0"/>
              <a:t>)</a:t>
            </a:r>
          </a:p>
          <a:p>
            <a:r>
              <a:rPr lang="en-US" dirty="0"/>
              <a:t>        ' ===== check all fields =====</a:t>
            </a:r>
          </a:p>
          <a:p>
            <a:r>
              <a:rPr lang="en-US" dirty="0"/>
              <a:t>    If </a:t>
            </a:r>
            <a:r>
              <a:rPr lang="en-US" dirty="0" err="1"/>
              <a:t>txtName.Value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txtSurname.Value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cboProvince.Value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cboSubDistrict.Value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cboPosition.Value</a:t>
            </a:r>
            <a:r>
              <a:rPr lang="en-US" dirty="0"/>
              <a:t> = "" Then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 "user must input all fields"</a:t>
            </a:r>
          </a:p>
          <a:p>
            <a:r>
              <a:rPr lang="en-US" dirty="0"/>
              <a:t>        Exit Sub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find last row =====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check duplicate =====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r>
              <a:rPr lang="en-US" dirty="0"/>
              <a:t> Then</a:t>
            </a:r>
          </a:p>
          <a:p>
            <a:r>
              <a:rPr lang="en-US" dirty="0"/>
              <a:t>           </a:t>
            </a:r>
          </a:p>
          <a:p>
            <a:r>
              <a:rPr lang="en-US" dirty="0"/>
              <a:t>           </a:t>
            </a:r>
            <a:r>
              <a:rPr lang="en-US" dirty="0" err="1"/>
              <a:t>MsgBox</a:t>
            </a:r>
            <a:r>
              <a:rPr lang="en-US" dirty="0"/>
              <a:t> "data duplicate"</a:t>
            </a:r>
          </a:p>
          <a:p>
            <a:r>
              <a:rPr lang="en-US" dirty="0"/>
              <a:t>           Exit Sub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' ===== Running ID =====</a:t>
            </a:r>
          </a:p>
          <a:p>
            <a:r>
              <a:rPr lang="en-US" dirty="0"/>
              <a:t>    If </a:t>
            </a:r>
            <a:r>
              <a:rPr lang="en-US" dirty="0" err="1"/>
              <a:t>lastRow</a:t>
            </a:r>
            <a:r>
              <a:rPr lang="en-US" dirty="0"/>
              <a:t> &lt; 2 Then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2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lastRow</a:t>
            </a:r>
            <a:r>
              <a:rPr lang="en-US" dirty="0"/>
              <a:t>, 1).Value + 1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</a:t>
            </a:r>
            <a:r>
              <a:rPr lang="en-US" dirty="0" err="1"/>
              <a:t>lastRow</a:t>
            </a:r>
            <a:r>
              <a:rPr lang="en-US" dirty="0"/>
              <a:t> + 1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6216B-F530-A76A-4EC8-6B2E1A60D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83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C5B5-3516-CB7B-7C71-FBB5D8FB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214AD-22B9-656D-8C57-AA061BB0C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0672E-2EF7-12E8-AE81-8EB7CF87D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Sub </a:t>
            </a:r>
            <a:r>
              <a:rPr lang="en-US" dirty="0" err="1"/>
              <a:t>btnSave_Click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nextRow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newID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fullName</a:t>
            </a:r>
            <a:r>
              <a:rPr lang="en-US" dirty="0"/>
              <a:t> As String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("employee")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ÃÇÁª×</a:t>
            </a:r>
            <a:r>
              <a:rPr lang="en-US" dirty="0" err="1"/>
              <a:t>èÍ</a:t>
            </a:r>
            <a:r>
              <a:rPr lang="en-US" dirty="0"/>
              <a:t> + ¹ÒÁÊ¡ØÅ</a:t>
            </a:r>
          </a:p>
          <a:p>
            <a:r>
              <a:rPr lang="en-US" dirty="0"/>
              <a:t>    </a:t>
            </a:r>
            <a:r>
              <a:rPr lang="en-US" dirty="0" err="1"/>
              <a:t>fullName</a:t>
            </a:r>
            <a:r>
              <a:rPr lang="en-US" dirty="0"/>
              <a:t> = Trim(</a:t>
            </a:r>
            <a:r>
              <a:rPr lang="en-US" dirty="0" err="1"/>
              <a:t>txtName.Value</a:t>
            </a:r>
            <a:r>
              <a:rPr lang="en-US" dirty="0"/>
              <a:t>) &amp; " " &amp; Trim(</a:t>
            </a:r>
            <a:r>
              <a:rPr lang="en-US" dirty="0" err="1"/>
              <a:t>txtSurname.Value</a:t>
            </a:r>
            <a:r>
              <a:rPr lang="en-US" dirty="0"/>
              <a:t>)</a:t>
            </a:r>
          </a:p>
          <a:p>
            <a:r>
              <a:rPr lang="en-US" dirty="0"/>
              <a:t>        ' ===== check all fields =====</a:t>
            </a:r>
          </a:p>
          <a:p>
            <a:r>
              <a:rPr lang="en-US" dirty="0"/>
              <a:t>    If </a:t>
            </a:r>
            <a:r>
              <a:rPr lang="en-US" dirty="0" err="1"/>
              <a:t>txtName.Value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txtSurname.Value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cboProvince.Value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cboSubDistrict.Value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cboPosition.Value</a:t>
            </a:r>
            <a:r>
              <a:rPr lang="en-US" dirty="0"/>
              <a:t> = "" Then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 "user must input all fields"</a:t>
            </a:r>
          </a:p>
          <a:p>
            <a:r>
              <a:rPr lang="en-US" dirty="0"/>
              <a:t>        Exit Sub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find last row =====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check duplicate =====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r>
              <a:rPr lang="en-US" dirty="0"/>
              <a:t> Then</a:t>
            </a:r>
          </a:p>
          <a:p>
            <a:r>
              <a:rPr lang="en-US" dirty="0"/>
              <a:t>           </a:t>
            </a:r>
          </a:p>
          <a:p>
            <a:r>
              <a:rPr lang="en-US" dirty="0"/>
              <a:t>           </a:t>
            </a:r>
            <a:r>
              <a:rPr lang="en-US" dirty="0" err="1"/>
              <a:t>MsgBox</a:t>
            </a:r>
            <a:r>
              <a:rPr lang="en-US" dirty="0"/>
              <a:t> "data duplicate"</a:t>
            </a:r>
          </a:p>
          <a:p>
            <a:r>
              <a:rPr lang="en-US" dirty="0"/>
              <a:t>           Exit Sub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' ===== Running ID =====</a:t>
            </a:r>
          </a:p>
          <a:p>
            <a:r>
              <a:rPr lang="en-US" dirty="0"/>
              <a:t>    If </a:t>
            </a:r>
            <a:r>
              <a:rPr lang="en-US" dirty="0" err="1"/>
              <a:t>lastRow</a:t>
            </a:r>
            <a:r>
              <a:rPr lang="en-US" dirty="0"/>
              <a:t> &lt; 2 Then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2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lastRow</a:t>
            </a:r>
            <a:r>
              <a:rPr lang="en-US" dirty="0"/>
              <a:t>, 1).Value + 1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</a:t>
            </a:r>
            <a:r>
              <a:rPr lang="en-US" dirty="0" err="1"/>
              <a:t>lastRow</a:t>
            </a:r>
            <a:r>
              <a:rPr lang="en-US" dirty="0"/>
              <a:t> + 1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41501-1A86-96A1-0F25-94A39CCF8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26/02/2026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26/02/2026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-308876"/>
            <a:ext cx="10962373" cy="2387600"/>
          </a:xfrm>
        </p:spPr>
        <p:txBody>
          <a:bodyPr anchor="ctr" anchorCtr="0">
            <a:normAutofit/>
          </a:bodyPr>
          <a:lstStyle/>
          <a:p>
            <a:r>
              <a:rPr lang="th-TH" sz="4800" dirty="0">
                <a:solidFill>
                  <a:schemeClr val="bg1"/>
                </a:solidFill>
              </a:rPr>
              <a:t>การทำ</a:t>
            </a:r>
            <a:r>
              <a:rPr lang="en-US" sz="4800" dirty="0">
                <a:solidFill>
                  <a:schemeClr val="bg1"/>
                </a:solidFill>
              </a:rPr>
              <a:t> FORM </a:t>
            </a:r>
            <a:r>
              <a:rPr lang="th-TH" sz="4800" dirty="0">
                <a:solidFill>
                  <a:schemeClr val="bg1"/>
                </a:solidFill>
              </a:rPr>
              <a:t>การทำ</a:t>
            </a:r>
            <a:r>
              <a:rPr lang="en-US" sz="4800" dirty="0">
                <a:solidFill>
                  <a:schemeClr val="bg1"/>
                </a:solidFill>
              </a:rPr>
              <a:t> employee form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42B9DC-EF8E-8508-82EF-2FF87FD08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38" y="1392094"/>
            <a:ext cx="11373421" cy="47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559E-FD88-B789-EB61-AB7B8A39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F1D3-79B3-31BB-E9C9-9118505BD2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E70A3-FD01-C602-B47C-E78120EDD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270796"/>
            <a:ext cx="12192000" cy="513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4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9BEE-8C3C-891D-0258-56EE2831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ทบทวน</a:t>
            </a:r>
            <a:r>
              <a:rPr lang="en-US" dirty="0"/>
              <a:t> Book1.xlsm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B430-01B5-BD21-120E-2911AEB4A2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800" dirty="0"/>
              <a:t>“data” sheet </a:t>
            </a:r>
            <a:r>
              <a:rPr lang="th-TH" sz="2800" dirty="0"/>
              <a:t>เก็บข้อมูลจังหวัด</a:t>
            </a: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2.“userForm1”</a:t>
            </a:r>
            <a:r>
              <a:rPr lang="th-TH" sz="2800" dirty="0"/>
              <a:t> สำหรับเก็บ</a:t>
            </a:r>
            <a:r>
              <a:rPr lang="en-US" sz="2800" dirty="0"/>
              <a:t>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B07CB-EEC1-1487-55C7-7ADDA8B1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324947"/>
            <a:ext cx="6247249" cy="45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2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C5F29-9AA0-D4D4-A2EB-64541FB7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DB3C-56A3-9031-35F2-FF0CB3C1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ทบทวน</a:t>
            </a:r>
            <a:r>
              <a:rPr lang="en-US" dirty="0"/>
              <a:t> Book1.xlsm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62D80-D8F6-7711-1A1E-DDE8C3D33E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800" dirty="0"/>
              <a:t>“data” sheet </a:t>
            </a:r>
            <a:r>
              <a:rPr lang="th-TH" sz="2800" dirty="0"/>
              <a:t>เก็บข้อมูลจังหวัด</a:t>
            </a: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F4310-96CD-E3E3-8433-A4707CAF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905" y="1088136"/>
            <a:ext cx="6232888" cy="550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0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A33E5-6885-EEEB-6A98-5DE1B38A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A8C1-2DED-50FA-2E1B-49C8B04E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ทบทวน</a:t>
            </a:r>
            <a:r>
              <a:rPr lang="en-US" dirty="0"/>
              <a:t> Book1.xlsm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137C-62E3-F747-2A55-44EAD9E19B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2.“userForm1”</a:t>
            </a:r>
            <a:r>
              <a:rPr lang="th-TH" sz="2800" dirty="0"/>
              <a:t> สำหรับเก็บ</a:t>
            </a:r>
            <a:r>
              <a:rPr lang="en-US" sz="2800" dirty="0"/>
              <a:t> form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- </a:t>
            </a:r>
            <a:r>
              <a:rPr lang="en-US" sz="2800" dirty="0" err="1"/>
              <a:t>cboProvince</a:t>
            </a: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- </a:t>
            </a:r>
            <a:r>
              <a:rPr lang="en-US" sz="2800" dirty="0" err="1"/>
              <a:t>cboDistrict</a:t>
            </a:r>
            <a:endParaRPr 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- </a:t>
            </a:r>
            <a:r>
              <a:rPr lang="en-US" sz="2800" dirty="0" err="1"/>
              <a:t>cboSubDistrict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A96BB-B5C0-3A99-30EA-FEA02A90A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438" y="2066921"/>
            <a:ext cx="8044935" cy="444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29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746B-2D4A-FF84-A550-9DF9FF87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6" y="5294"/>
            <a:ext cx="10759601" cy="640080"/>
          </a:xfrm>
        </p:spPr>
        <p:txBody>
          <a:bodyPr>
            <a:normAutofit/>
          </a:bodyPr>
          <a:lstStyle/>
          <a:p>
            <a:r>
              <a:rPr lang="en-US" dirty="0"/>
              <a:t>Enable Macro : Option-&gt;Trust Center -&gt;Trust setting-&gt;</a:t>
            </a:r>
            <a:r>
              <a:rPr lang="en-US" dirty="0">
                <a:solidFill>
                  <a:srgbClr val="FF0000"/>
                </a:solidFill>
              </a:rPr>
              <a:t>enable macro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ECE9-72C7-4A6F-08FE-A316A83440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27AB5-5F74-30B0-6CA7-9DAB7DCD5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73" y="574675"/>
            <a:ext cx="12192000" cy="611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2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แก้ไขแฟ้ม</a:t>
            </a:r>
            <a:r>
              <a:rPr lang="en-US" dirty="0"/>
              <a:t> Book1.xlsm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4D6D-5F80-BADC-1A81-A5D61A88F4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54858"/>
            <a:ext cx="7844108" cy="421442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1.</a:t>
            </a:r>
            <a:r>
              <a:rPr lang="th-TH" sz="2800" dirty="0"/>
              <a:t>เปิดแฟ้ม</a:t>
            </a:r>
            <a:r>
              <a:rPr lang="en-US" sz="2800" dirty="0"/>
              <a:t> Book1.xlsm </a:t>
            </a:r>
            <a:endParaRPr lang="th-TH" sz="2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800" dirty="0"/>
              <a:t>      </a:t>
            </a:r>
            <a:r>
              <a:rPr lang="en-US" sz="2800" dirty="0"/>
              <a:t>- “data” sheet</a:t>
            </a:r>
            <a:r>
              <a:rPr lang="th-TH" sz="2800" dirty="0"/>
              <a:t> เก็บรายชื่อจังหวัด</a:t>
            </a:r>
            <a:endParaRPr lang="en-US" sz="2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2.</a:t>
            </a:r>
            <a:r>
              <a:rPr lang="th-TH" sz="2800" dirty="0"/>
              <a:t>สร้าง</a:t>
            </a:r>
            <a:r>
              <a:rPr lang="en-US" sz="2800" dirty="0"/>
              <a:t> “employee” sheet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   - </a:t>
            </a:r>
            <a:r>
              <a:rPr lang="th-TH" sz="2800" dirty="0"/>
              <a:t>เพิ่ม</a:t>
            </a:r>
            <a:r>
              <a:rPr lang="en-US" sz="2800" dirty="0"/>
              <a:t> header line </a:t>
            </a:r>
            <a:r>
              <a:rPr lang="th-TH" sz="2800" dirty="0"/>
              <a:t>ใน</a:t>
            </a:r>
            <a:r>
              <a:rPr lang="en-US" sz="2800" dirty="0"/>
              <a:t> “employee” sheet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   -</a:t>
            </a:r>
            <a:r>
              <a:rPr lang="th-TH" sz="2800" dirty="0"/>
              <a:t>	ลำดับ</a:t>
            </a:r>
            <a:r>
              <a:rPr lang="en-US" sz="2800" dirty="0"/>
              <a:t>,</a:t>
            </a:r>
            <a:r>
              <a:rPr lang="th-TH" sz="2800" dirty="0"/>
              <a:t>ชื่อพนักงาน </a:t>
            </a:r>
            <a:r>
              <a:rPr lang="en-US" sz="2800" dirty="0"/>
              <a:t>,</a:t>
            </a:r>
            <a:r>
              <a:rPr lang="th-TH" sz="2800" dirty="0"/>
              <a:t>ตำแหน่ง</a:t>
            </a:r>
            <a:r>
              <a:rPr lang="en-US" sz="2800" dirty="0"/>
              <a:t>, </a:t>
            </a:r>
            <a:r>
              <a:rPr lang="th-TH" sz="2800" dirty="0"/>
              <a:t>จังหวัด</a:t>
            </a:r>
            <a:r>
              <a:rPr lang="en-US" sz="2800" dirty="0"/>
              <a:t> ,</a:t>
            </a:r>
            <a:r>
              <a:rPr lang="th-TH" sz="2800" dirty="0"/>
              <a:t>อำเภอ</a:t>
            </a:r>
            <a:r>
              <a:rPr lang="en-US" sz="2800" dirty="0"/>
              <a:t>,</a:t>
            </a:r>
            <a:r>
              <a:rPr lang="th-TH" sz="2800" dirty="0"/>
              <a:t>ตำบล </a:t>
            </a:r>
            <a:r>
              <a:rPr lang="en-US" sz="2800" dirty="0"/>
              <a:t>,</a:t>
            </a:r>
            <a:r>
              <a:rPr lang="th-TH" sz="2800" dirty="0"/>
              <a:t> </a:t>
            </a:r>
            <a:r>
              <a:rPr lang="en-US" sz="2800" dirty="0"/>
              <a:t>time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3.</a:t>
            </a:r>
            <a:r>
              <a:rPr lang="th-TH" sz="2800" dirty="0"/>
              <a:t>สร้าง ปุ่มในการ</a:t>
            </a:r>
            <a:r>
              <a:rPr lang="en-US" sz="2800" dirty="0"/>
              <a:t> User1Form </a:t>
            </a:r>
            <a:r>
              <a:rPr lang="th-TH" sz="2800" dirty="0"/>
              <a:t>ใน</a:t>
            </a:r>
            <a:r>
              <a:rPr lang="en-US" sz="2800" dirty="0"/>
              <a:t> “</a:t>
            </a:r>
            <a:r>
              <a:rPr lang="en-US" sz="2800" dirty="0" err="1"/>
              <a:t>exmployee</a:t>
            </a:r>
            <a:r>
              <a:rPr lang="en-US" sz="2800" dirty="0"/>
              <a:t>” sheet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4.</a:t>
            </a:r>
            <a:r>
              <a:rPr lang="th-TH" sz="2800" dirty="0"/>
              <a:t>แก้ไข </a:t>
            </a:r>
            <a:r>
              <a:rPr lang="en-US" sz="2800" dirty="0"/>
              <a:t>User1Form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- textbox      :  </a:t>
            </a:r>
            <a:r>
              <a:rPr lang="en-US" sz="2800" dirty="0" err="1"/>
              <a:t>txtName</a:t>
            </a:r>
            <a:endParaRPr lang="en-US" sz="2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- textbox      :  </a:t>
            </a:r>
            <a:r>
              <a:rPr lang="en-US" sz="2800" dirty="0" err="1"/>
              <a:t>txtSurname</a:t>
            </a:r>
            <a:endParaRPr lang="en-US" sz="2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- </a:t>
            </a:r>
            <a:r>
              <a:rPr lang="en-US" sz="2800" dirty="0" err="1"/>
              <a:t>combobox</a:t>
            </a:r>
            <a:r>
              <a:rPr lang="en-US" sz="2800" dirty="0"/>
              <a:t> :  </a:t>
            </a:r>
            <a:r>
              <a:rPr lang="en-US" sz="2800" dirty="0" err="1"/>
              <a:t>cboPosition</a:t>
            </a:r>
            <a:endParaRPr lang="en-US" sz="2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    - </a:t>
            </a:r>
            <a:r>
              <a:rPr lang="en-US" sz="2800" dirty="0" err="1"/>
              <a:t>commandButton</a:t>
            </a:r>
            <a:r>
              <a:rPr lang="en-US" sz="2800" dirty="0"/>
              <a:t>: </a:t>
            </a:r>
            <a:r>
              <a:rPr lang="en-US" sz="2800" dirty="0" err="1"/>
              <a:t>btnSave</a:t>
            </a:r>
            <a:endParaRPr lang="th-TH" sz="2800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C1776-27C5-E5D7-2C7C-FB6A418A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821" y="292129"/>
            <a:ext cx="7979009" cy="61178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6AD36E-F8AC-2BA5-10AE-C1FBA845DCCA}"/>
              </a:ext>
            </a:extLst>
          </p:cNvPr>
          <p:cNvSpPr txBox="1"/>
          <p:nvPr/>
        </p:nvSpPr>
        <p:spPr>
          <a:xfrm>
            <a:off x="26464" y="1425299"/>
            <a:ext cx="6097604" cy="2201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1800" dirty="0"/>
              <a:t>สร้าง</a:t>
            </a:r>
            <a:r>
              <a:rPr lang="en-US" sz="1800" dirty="0"/>
              <a:t> “employee” sheet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   - </a:t>
            </a:r>
            <a:r>
              <a:rPr lang="th-TH" sz="1800" dirty="0"/>
              <a:t>เพิ่ม</a:t>
            </a:r>
            <a:r>
              <a:rPr lang="en-US" sz="1800" dirty="0"/>
              <a:t> header line </a:t>
            </a:r>
            <a:r>
              <a:rPr lang="th-TH" sz="1800" dirty="0"/>
              <a:t>ใน</a:t>
            </a:r>
            <a:r>
              <a:rPr lang="en-US" sz="1800" dirty="0"/>
              <a:t> “employee” sheet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   - </a:t>
            </a:r>
            <a:r>
              <a:rPr lang="th-TH" sz="1800" dirty="0"/>
              <a:t>ลำดับ</a:t>
            </a:r>
            <a:endParaRPr lang="en-US" sz="1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- </a:t>
            </a:r>
            <a:r>
              <a:rPr lang="th-TH" sz="1800" dirty="0"/>
              <a:t>ชื่อพนักงาน 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   - </a:t>
            </a:r>
            <a:r>
              <a:rPr lang="th-TH" sz="1800" dirty="0"/>
              <a:t>ตำแหน่ง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       - </a:t>
            </a:r>
            <a:r>
              <a:rPr lang="th-TH" sz="1800" dirty="0"/>
              <a:t>จังหวัด</a:t>
            </a:r>
            <a:r>
              <a:rPr lang="en-US" sz="1800" dirty="0"/>
              <a:t> ,</a:t>
            </a:r>
            <a:r>
              <a:rPr lang="th-TH" sz="1800" dirty="0"/>
              <a:t>อำเภอ</a:t>
            </a:r>
            <a:r>
              <a:rPr lang="en-US" sz="1800" dirty="0"/>
              <a:t>,</a:t>
            </a:r>
            <a:r>
              <a:rPr lang="th-TH" sz="1800" dirty="0"/>
              <a:t>ตำบล </a:t>
            </a:r>
            <a:r>
              <a:rPr lang="en-US" sz="1800" dirty="0"/>
              <a:t>,</a:t>
            </a:r>
            <a:r>
              <a:rPr lang="th-TH" sz="1800" dirty="0"/>
              <a:t> </a:t>
            </a:r>
            <a:endParaRPr lang="en-US" sz="18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   - </a:t>
            </a:r>
            <a:r>
              <a:rPr lang="en-US" sz="18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60155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9E25-AF98-D24E-60E1-6168B5E9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dirty="0"/>
              <a:t>สร้างปุ่มแสดง </a:t>
            </a:r>
            <a:r>
              <a:rPr lang="en-US" dirty="0"/>
              <a:t>“UserForm1”</a:t>
            </a:r>
            <a:r>
              <a:rPr lang="th-TH" dirty="0"/>
              <a:t> ใน</a:t>
            </a:r>
            <a:r>
              <a:rPr lang="en-US" dirty="0"/>
              <a:t> “employee” 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B768F-7DF2-13BB-09AA-C74411F3544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27D85-8D4D-F9AC-2E09-F1B7114C0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546480"/>
            <a:ext cx="12192000" cy="457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1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5BB4-6E81-F1C4-71FC-1F77E8F4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7F80-D7EF-F8F1-3F32-A095BD8B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สร้างปุ่มในการ</a:t>
            </a:r>
            <a:r>
              <a:rPr lang="en-US" dirty="0"/>
              <a:t> “UserForm1”</a:t>
            </a:r>
            <a:r>
              <a:rPr lang="th-TH" dirty="0"/>
              <a:t> ใน</a:t>
            </a:r>
            <a:r>
              <a:rPr lang="en-US" dirty="0"/>
              <a:t> “employee”  sheet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EB3B8B-CCDD-0260-960C-03CF45036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1614234"/>
            <a:ext cx="8536296" cy="443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9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91F0-1C18-E0CE-A3CF-32B5A933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6C8455-707D-A6B6-B3D9-C1FA9FD4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24" y="137070"/>
            <a:ext cx="9196055" cy="5022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2E7045-CADB-9A88-D641-A6C99BB1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57" y="101546"/>
            <a:ext cx="6877119" cy="640080"/>
          </a:xfrm>
        </p:spPr>
        <p:txBody>
          <a:bodyPr/>
          <a:lstStyle/>
          <a:p>
            <a:r>
              <a:rPr lang="en-US" dirty="0" err="1"/>
              <a:t>UserForm</a:t>
            </a:r>
            <a:r>
              <a:rPr lang="en-US" dirty="0"/>
              <a:t> : </a:t>
            </a:r>
            <a:r>
              <a:rPr lang="th-TH" dirty="0"/>
              <a:t> </a:t>
            </a: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24D2C9B-BFD7-EC65-F919-050898C7D74D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435679" y="207976"/>
            <a:ext cx="5389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FB5D1-51C4-2997-142A-3234A060CF4D}"/>
              </a:ext>
            </a:extLst>
          </p:cNvPr>
          <p:cNvSpPr txBox="1"/>
          <p:nvPr/>
        </p:nvSpPr>
        <p:spPr>
          <a:xfrm>
            <a:off x="0" y="1768763"/>
            <a:ext cx="6285296" cy="1758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th-TH" sz="2000" dirty="0"/>
              <a:t>แก้ไข </a:t>
            </a:r>
            <a:r>
              <a:rPr lang="en-US" sz="2000" dirty="0"/>
              <a:t>User1Form</a:t>
            </a:r>
            <a:r>
              <a:rPr lang="th-TH" sz="2000" dirty="0"/>
              <a:t> เพิ่ม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    - textbox      :  </a:t>
            </a:r>
            <a:r>
              <a:rPr lang="en-US" sz="2000" dirty="0" err="1"/>
              <a:t>txtName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    - textbox      :  </a:t>
            </a:r>
            <a:r>
              <a:rPr lang="en-US" sz="2000" dirty="0" err="1"/>
              <a:t>txtSurname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    - </a:t>
            </a:r>
            <a:r>
              <a:rPr lang="en-US" sz="2000" dirty="0" err="1"/>
              <a:t>combobox</a:t>
            </a:r>
            <a:r>
              <a:rPr lang="en-US" sz="2000" dirty="0"/>
              <a:t> :  </a:t>
            </a:r>
            <a:r>
              <a:rPr lang="en-US" sz="2000" dirty="0" err="1"/>
              <a:t>cboPosition</a:t>
            </a: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    - </a:t>
            </a:r>
            <a:r>
              <a:rPr lang="en-US" sz="2000" dirty="0" err="1"/>
              <a:t>CommandButton</a:t>
            </a:r>
            <a:r>
              <a:rPr lang="en-US" sz="2000" dirty="0"/>
              <a:t> : </a:t>
            </a:r>
            <a:r>
              <a:rPr lang="en-US" sz="2000" dirty="0" err="1"/>
              <a:t>btnSave</a:t>
            </a:r>
            <a:endParaRPr lang="th-TH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78E73-0828-93A4-B972-9FAD8D6C991F}"/>
              </a:ext>
            </a:extLst>
          </p:cNvPr>
          <p:cNvSpPr txBox="1"/>
          <p:nvPr/>
        </p:nvSpPr>
        <p:spPr>
          <a:xfrm>
            <a:off x="269508" y="5111014"/>
            <a:ext cx="4508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</a:t>
            </a:r>
          </a:p>
          <a:p>
            <a:r>
              <a:rPr lang="en-US" dirty="0"/>
              <a:t> </a:t>
            </a:r>
            <a:r>
              <a:rPr lang="en-US" dirty="0" err="1"/>
              <a:t>cboPosition</a:t>
            </a:r>
            <a:r>
              <a:rPr lang="en-US" dirty="0"/>
              <a:t> : style “</a:t>
            </a:r>
            <a:r>
              <a:rPr lang="en-US" dirty="0" err="1"/>
              <a:t>fmStyleDropDownList</a:t>
            </a:r>
            <a:r>
              <a:rPr lang="en-US" dirty="0"/>
              <a:t>”</a:t>
            </a:r>
          </a:p>
          <a:p>
            <a:r>
              <a:rPr lang="en-US" dirty="0"/>
              <a:t> </a:t>
            </a:r>
            <a:r>
              <a:rPr lang="th-TH" dirty="0"/>
              <a:t>เพื่อไม่ให้</a:t>
            </a:r>
            <a:r>
              <a:rPr lang="en-US" dirty="0"/>
              <a:t> edit</a:t>
            </a:r>
            <a:r>
              <a:rPr lang="th-TH" dirty="0"/>
              <a:t> ข้อมูลได้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8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1278-1E36-C7D7-0496-93C80849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F3D0-2CB5-3A08-7A7D-5DAFFDF8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294051"/>
            <a:ext cx="6877119" cy="640080"/>
          </a:xfrm>
        </p:spPr>
        <p:txBody>
          <a:bodyPr/>
          <a:lstStyle/>
          <a:p>
            <a:r>
              <a:rPr lang="th-TH" dirty="0"/>
              <a:t>แก้ไข</a:t>
            </a:r>
            <a:r>
              <a:rPr lang="en-US" dirty="0"/>
              <a:t> code : Initialize</a:t>
            </a:r>
            <a:r>
              <a:rPr lang="th-TH" dirty="0"/>
              <a:t> เพิ่ม</a:t>
            </a:r>
            <a:r>
              <a:rPr lang="en-US" dirty="0"/>
              <a:t> initial </a:t>
            </a:r>
            <a:r>
              <a:rPr lang="th-TH" dirty="0"/>
              <a:t>ตำแหน่ง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AD9BF-B5A5-539C-80A2-5E5C144EDE7A}"/>
              </a:ext>
            </a:extLst>
          </p:cNvPr>
          <p:cNvSpPr txBox="1"/>
          <p:nvPr/>
        </p:nvSpPr>
        <p:spPr>
          <a:xfrm>
            <a:off x="392223" y="1177266"/>
            <a:ext cx="758711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Private Sub UserForm_Initialize()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ws</a:t>
            </a:r>
            <a:r>
              <a:rPr lang="en-US" sz="1600" dirty="0"/>
              <a:t> As Worksheet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lastRow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dict</a:t>
            </a:r>
            <a:r>
              <a:rPr lang="en-US" sz="1600" dirty="0"/>
              <a:t> As Object</a:t>
            </a:r>
          </a:p>
          <a:p>
            <a:r>
              <a:rPr lang="en-US" sz="1600" dirty="0"/>
              <a:t>    Dim </a:t>
            </a:r>
            <a:r>
              <a:rPr lang="en-US" sz="1600" dirty="0" err="1"/>
              <a:t>i</a:t>
            </a:r>
            <a:r>
              <a:rPr lang="en-US" sz="1600" dirty="0"/>
              <a:t> As Long</a:t>
            </a:r>
          </a:p>
          <a:p>
            <a:r>
              <a:rPr lang="en-US" sz="1600" dirty="0"/>
              <a:t>    </a:t>
            </a:r>
          </a:p>
          <a:p>
            <a:r>
              <a:rPr lang="th-TH" sz="1600" dirty="0"/>
              <a:t>    </a:t>
            </a:r>
            <a:r>
              <a:rPr lang="en-US" sz="1600" dirty="0" err="1">
                <a:solidFill>
                  <a:srgbClr val="FF0000"/>
                </a:solidFill>
              </a:rPr>
              <a:t>cboPosition.List</a:t>
            </a:r>
            <a:r>
              <a:rPr lang="en-US" sz="1600" dirty="0">
                <a:solidFill>
                  <a:srgbClr val="FF0000"/>
                </a:solidFill>
              </a:rPr>
              <a:t> = Array("manager", "employee", "worker")</a:t>
            </a:r>
          </a:p>
          <a:p>
            <a:endParaRPr lang="en-US" sz="1600" dirty="0"/>
          </a:p>
          <a:p>
            <a:r>
              <a:rPr lang="en-US" sz="1600" dirty="0"/>
              <a:t>    Set </a:t>
            </a:r>
            <a:r>
              <a:rPr lang="en-US" sz="1600" dirty="0" err="1"/>
              <a:t>ws</a:t>
            </a:r>
            <a:r>
              <a:rPr lang="en-US" sz="1600" dirty="0"/>
              <a:t> = </a:t>
            </a:r>
            <a:r>
              <a:rPr lang="en-US" sz="1600" dirty="0" err="1"/>
              <a:t>ThisWorkbook.Sheets</a:t>
            </a:r>
            <a:r>
              <a:rPr lang="en-US" sz="1600" dirty="0"/>
              <a:t>("Data")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lastRow</a:t>
            </a:r>
            <a:r>
              <a:rPr lang="en-US" sz="1600" dirty="0"/>
              <a:t> =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ws.Rows.Count</a:t>
            </a:r>
            <a:r>
              <a:rPr lang="en-US" sz="1600" dirty="0"/>
              <a:t>, 1).End(</a:t>
            </a:r>
            <a:r>
              <a:rPr lang="en-US" sz="1600" dirty="0" err="1"/>
              <a:t>xlUp</a:t>
            </a:r>
            <a:r>
              <a:rPr lang="en-US" sz="1600" dirty="0"/>
              <a:t>).Row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Set </a:t>
            </a:r>
            <a:r>
              <a:rPr lang="en-US" sz="1600" dirty="0" err="1"/>
              <a:t>dict</a:t>
            </a:r>
            <a:r>
              <a:rPr lang="en-US" sz="1600" dirty="0"/>
              <a:t> = </a:t>
            </a:r>
            <a:r>
              <a:rPr lang="en-US" sz="1600" dirty="0" err="1"/>
              <a:t>CreateObject</a:t>
            </a:r>
            <a:r>
              <a:rPr lang="en-US" sz="1600" dirty="0"/>
              <a:t>("</a:t>
            </a:r>
            <a:r>
              <a:rPr lang="en-US" sz="1600" dirty="0" err="1"/>
              <a:t>Scripting.Dictionary</a:t>
            </a:r>
            <a:r>
              <a:rPr lang="en-US" sz="1600" dirty="0"/>
              <a:t>")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For </a:t>
            </a:r>
            <a:r>
              <a:rPr lang="en-US" sz="1600" dirty="0" err="1"/>
              <a:t>i</a:t>
            </a:r>
            <a:r>
              <a:rPr lang="en-US" sz="1600" dirty="0"/>
              <a:t> = 2 To </a:t>
            </a:r>
            <a:r>
              <a:rPr lang="en-US" sz="1600" dirty="0" err="1"/>
              <a:t>lastRow</a:t>
            </a:r>
            <a:endParaRPr lang="en-US" sz="1600" dirty="0"/>
          </a:p>
          <a:p>
            <a:r>
              <a:rPr lang="en-US" sz="1600" dirty="0"/>
              <a:t>        If Not </a:t>
            </a:r>
            <a:r>
              <a:rPr lang="en-US" sz="1600" dirty="0" err="1"/>
              <a:t>dict.exists</a:t>
            </a:r>
            <a:r>
              <a:rPr lang="en-US" sz="1600" dirty="0"/>
              <a:t>(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1).Value) Then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dict.Add</a:t>
            </a:r>
            <a:r>
              <a:rPr lang="en-US" sz="1600" dirty="0"/>
              <a:t> </a:t>
            </a:r>
            <a:r>
              <a:rPr lang="en-US" sz="1600" dirty="0" err="1"/>
              <a:t>ws.Cells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, 1).Value, Nothing</a:t>
            </a:r>
          </a:p>
          <a:p>
            <a:r>
              <a:rPr lang="en-US" sz="1600" dirty="0"/>
              <a:t>        End If</a:t>
            </a:r>
          </a:p>
          <a:p>
            <a:r>
              <a:rPr lang="en-US" sz="1600" dirty="0"/>
              <a:t>    Next </a:t>
            </a:r>
            <a:r>
              <a:rPr lang="en-US" sz="1600" dirty="0" err="1"/>
              <a:t>i</a:t>
            </a:r>
            <a:endParaRPr lang="en-US" sz="1600" dirty="0"/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cboProvince.List</a:t>
            </a:r>
            <a:r>
              <a:rPr lang="en-US" sz="1600" dirty="0"/>
              <a:t> = </a:t>
            </a:r>
            <a:r>
              <a:rPr lang="en-US" sz="1600" dirty="0" err="1"/>
              <a:t>dict.keys</a:t>
            </a:r>
            <a:endParaRPr lang="en-US" sz="1600" dirty="0"/>
          </a:p>
          <a:p>
            <a:r>
              <a:rPr lang="en-US" sz="1600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597194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72E8-5708-91C7-5D11-FB727A45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6" y="371056"/>
            <a:ext cx="6877119" cy="640080"/>
          </a:xfrm>
        </p:spPr>
        <p:txBody>
          <a:bodyPr/>
          <a:lstStyle/>
          <a:p>
            <a:r>
              <a:rPr lang="th-TH" dirty="0"/>
              <a:t>สร้างฟังก์ชันบันทึกข้อมูล</a:t>
            </a:r>
            <a:r>
              <a:rPr lang="en-US" dirty="0"/>
              <a:t> “</a:t>
            </a:r>
            <a:r>
              <a:rPr lang="en-US" dirty="0" err="1"/>
              <a:t>employee”sheet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2E673-D7B3-C068-CB80-940300873417}"/>
              </a:ext>
            </a:extLst>
          </p:cNvPr>
          <p:cNvSpPr txBox="1"/>
          <p:nvPr/>
        </p:nvSpPr>
        <p:spPr>
          <a:xfrm>
            <a:off x="5715000" y="93315"/>
            <a:ext cx="6096000" cy="192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Private Sub </a:t>
            </a:r>
            <a:r>
              <a:rPr lang="en-US" dirty="0" err="1"/>
              <a:t>btnSave_Click</a:t>
            </a:r>
            <a:r>
              <a:rPr lang="en-US" dirty="0"/>
              <a:t>()</a:t>
            </a:r>
          </a:p>
          <a:p>
            <a:r>
              <a:rPr lang="en-US" dirty="0"/>
              <a:t>    Dim </a:t>
            </a:r>
            <a:r>
              <a:rPr lang="en-US" dirty="0" err="1"/>
              <a:t>ws</a:t>
            </a:r>
            <a:r>
              <a:rPr lang="en-US" dirty="0"/>
              <a:t> As Worksheet</a:t>
            </a:r>
          </a:p>
          <a:p>
            <a:r>
              <a:rPr lang="en-US" dirty="0"/>
              <a:t>    Dim </a:t>
            </a:r>
            <a:r>
              <a:rPr lang="en-US" dirty="0" err="1"/>
              <a:t>lastRow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nextRow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newID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i</a:t>
            </a:r>
            <a:r>
              <a:rPr lang="en-US" dirty="0"/>
              <a:t> As Long</a:t>
            </a:r>
          </a:p>
          <a:p>
            <a:r>
              <a:rPr lang="en-US" dirty="0"/>
              <a:t>    Dim </a:t>
            </a:r>
            <a:r>
              <a:rPr lang="en-US" dirty="0" err="1"/>
              <a:t>fullName</a:t>
            </a:r>
            <a:r>
              <a:rPr lang="en-US" dirty="0"/>
              <a:t> As String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Set </a:t>
            </a:r>
            <a:r>
              <a:rPr lang="en-US" dirty="0" err="1"/>
              <a:t>ws</a:t>
            </a:r>
            <a:r>
              <a:rPr lang="en-US" dirty="0"/>
              <a:t> = </a:t>
            </a:r>
            <a:r>
              <a:rPr lang="en-US" dirty="0" err="1"/>
              <a:t>ThisWorkbook.Sheets</a:t>
            </a:r>
            <a:r>
              <a:rPr lang="en-US" dirty="0"/>
              <a:t>("employee")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ÃÇÁª×</a:t>
            </a:r>
            <a:r>
              <a:rPr lang="en-US" dirty="0" err="1"/>
              <a:t>èÍ</a:t>
            </a:r>
            <a:r>
              <a:rPr lang="en-US" dirty="0"/>
              <a:t> + ¹ÒÁÊ¡ØÅ</a:t>
            </a:r>
          </a:p>
          <a:p>
            <a:r>
              <a:rPr lang="en-US" dirty="0"/>
              <a:t>    </a:t>
            </a:r>
            <a:r>
              <a:rPr lang="en-US" dirty="0" err="1"/>
              <a:t>fullName</a:t>
            </a:r>
            <a:r>
              <a:rPr lang="en-US" dirty="0"/>
              <a:t> = Trim(</a:t>
            </a:r>
            <a:r>
              <a:rPr lang="en-US" dirty="0" err="1"/>
              <a:t>txtName.Value</a:t>
            </a:r>
            <a:r>
              <a:rPr lang="en-US" dirty="0"/>
              <a:t>) &amp; " " &amp; Trim(</a:t>
            </a:r>
            <a:r>
              <a:rPr lang="en-US" dirty="0" err="1"/>
              <a:t>txtSurname.Value</a:t>
            </a:r>
            <a:r>
              <a:rPr lang="en-US" dirty="0"/>
              <a:t>)</a:t>
            </a:r>
          </a:p>
          <a:p>
            <a:r>
              <a:rPr lang="en-US" dirty="0"/>
              <a:t>        ' ===== check all fields =====</a:t>
            </a:r>
          </a:p>
          <a:p>
            <a:r>
              <a:rPr lang="en-US" dirty="0"/>
              <a:t>    If </a:t>
            </a:r>
            <a:r>
              <a:rPr lang="en-US" dirty="0" err="1"/>
              <a:t>txtName.Value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txtSurname.Value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cboProvince.Value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cboSubDistrict.Value</a:t>
            </a:r>
            <a:r>
              <a:rPr lang="en-US" dirty="0"/>
              <a:t> = "" Or _</a:t>
            </a:r>
          </a:p>
          <a:p>
            <a:r>
              <a:rPr lang="en-US" dirty="0"/>
              <a:t>       </a:t>
            </a:r>
            <a:r>
              <a:rPr lang="en-US" dirty="0" err="1"/>
              <a:t>cboPosition.Value</a:t>
            </a:r>
            <a:r>
              <a:rPr lang="en-US" dirty="0"/>
              <a:t> = "" Then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 "user must input all fields"</a:t>
            </a:r>
          </a:p>
          <a:p>
            <a:r>
              <a:rPr lang="en-US" dirty="0"/>
              <a:t>        Exit Sub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find last row =====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check duplicate =====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r>
              <a:rPr lang="en-US" dirty="0"/>
              <a:t> Then</a:t>
            </a:r>
          </a:p>
          <a:p>
            <a:r>
              <a:rPr lang="en-US" dirty="0"/>
              <a:t>           </a:t>
            </a:r>
          </a:p>
          <a:p>
            <a:r>
              <a:rPr lang="en-US" dirty="0"/>
              <a:t>           </a:t>
            </a:r>
            <a:r>
              <a:rPr lang="en-US" dirty="0" err="1"/>
              <a:t>MsgBox</a:t>
            </a:r>
            <a:r>
              <a:rPr lang="en-US" dirty="0"/>
              <a:t> "data duplicate"</a:t>
            </a:r>
          </a:p>
          <a:p>
            <a:r>
              <a:rPr lang="en-US" dirty="0"/>
              <a:t>           Exit Sub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' ===== Running ID =====</a:t>
            </a:r>
          </a:p>
          <a:p>
            <a:r>
              <a:rPr lang="en-US" dirty="0"/>
              <a:t>    If </a:t>
            </a:r>
            <a:r>
              <a:rPr lang="en-US" dirty="0" err="1"/>
              <a:t>lastRow</a:t>
            </a:r>
            <a:r>
              <a:rPr lang="en-US" dirty="0"/>
              <a:t> &lt; 2 Then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2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lastRow</a:t>
            </a:r>
            <a:r>
              <a:rPr lang="en-US" dirty="0"/>
              <a:t>, 1).Value + 1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</a:t>
            </a:r>
            <a:r>
              <a:rPr lang="en-US" dirty="0" err="1"/>
              <a:t>lastRow</a:t>
            </a:r>
            <a:r>
              <a:rPr lang="en-US" dirty="0"/>
              <a:t> + 1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946982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66DD-C205-9CB7-E5E3-E617136C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DED7-7374-BEFB-A1D7-07D431F5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6" y="371056"/>
            <a:ext cx="6877119" cy="640080"/>
          </a:xfrm>
        </p:spPr>
        <p:txBody>
          <a:bodyPr/>
          <a:lstStyle/>
          <a:p>
            <a:r>
              <a:rPr lang="th-TH" dirty="0"/>
              <a:t>สร้างฟังก์ชันบันทึกข้อมูล</a:t>
            </a:r>
            <a:r>
              <a:rPr lang="en-US" dirty="0"/>
              <a:t> “</a:t>
            </a:r>
            <a:r>
              <a:rPr lang="en-US" dirty="0" err="1"/>
              <a:t>employee”sheet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50A23-4C4F-B782-D31A-E338A3C9D564}"/>
              </a:ext>
            </a:extLst>
          </p:cNvPr>
          <p:cNvSpPr txBox="1"/>
          <p:nvPr/>
        </p:nvSpPr>
        <p:spPr>
          <a:xfrm>
            <a:off x="5715000" y="93315"/>
            <a:ext cx="6096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</a:t>
            </a:r>
          </a:p>
          <a:p>
            <a:r>
              <a:rPr lang="en-US" dirty="0"/>
              <a:t>    ' ===== find last row =====</a:t>
            </a:r>
          </a:p>
          <a:p>
            <a:r>
              <a:rPr lang="en-US" dirty="0"/>
              <a:t>    </a:t>
            </a:r>
            <a:r>
              <a:rPr lang="en-US" dirty="0" err="1"/>
              <a:t>lastRow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ws.Rows.Count</a:t>
            </a:r>
            <a:r>
              <a:rPr lang="en-US" dirty="0"/>
              <a:t>, 1).End(</a:t>
            </a:r>
            <a:r>
              <a:rPr lang="en-US" dirty="0" err="1"/>
              <a:t>xlUp</a:t>
            </a:r>
            <a:r>
              <a:rPr lang="en-US" dirty="0"/>
              <a:t>).Row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check duplicate =====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2 To </a:t>
            </a:r>
            <a:r>
              <a:rPr lang="en-US" dirty="0" err="1"/>
              <a:t>lastRow</a:t>
            </a:r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r>
              <a:rPr lang="en-US" dirty="0"/>
              <a:t> And _</a:t>
            </a:r>
          </a:p>
          <a:p>
            <a:r>
              <a:rPr lang="en-US" dirty="0"/>
              <a:t>       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r>
              <a:rPr lang="en-US" dirty="0"/>
              <a:t> Then</a:t>
            </a:r>
          </a:p>
          <a:p>
            <a:r>
              <a:rPr lang="en-US" dirty="0"/>
              <a:t>           </a:t>
            </a:r>
          </a:p>
          <a:p>
            <a:r>
              <a:rPr lang="en-US" dirty="0"/>
              <a:t>           </a:t>
            </a:r>
            <a:r>
              <a:rPr lang="en-US" dirty="0" err="1"/>
              <a:t>MsgBox</a:t>
            </a:r>
            <a:r>
              <a:rPr lang="en-US" dirty="0"/>
              <a:t> "data duplicate"</a:t>
            </a:r>
          </a:p>
          <a:p>
            <a:r>
              <a:rPr lang="en-US" dirty="0"/>
              <a:t>           Exit Sub</a:t>
            </a:r>
          </a:p>
          <a:p>
            <a:r>
              <a:rPr lang="en-US" dirty="0"/>
              <a:t>        End If</a:t>
            </a:r>
          </a:p>
          <a:p>
            <a:r>
              <a:rPr lang="en-US" dirty="0"/>
              <a:t>    Next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' ===== Running ID =====</a:t>
            </a:r>
          </a:p>
          <a:p>
            <a:r>
              <a:rPr lang="en-US" dirty="0"/>
              <a:t>    If </a:t>
            </a:r>
            <a:r>
              <a:rPr lang="en-US" dirty="0" err="1"/>
              <a:t>lastRow</a:t>
            </a:r>
            <a:r>
              <a:rPr lang="en-US" dirty="0"/>
              <a:t> &lt; 2 Then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2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</a:t>
            </a:r>
            <a:r>
              <a:rPr lang="en-US" dirty="0" err="1"/>
              <a:t>newID</a:t>
            </a:r>
            <a:r>
              <a:rPr lang="en-US" dirty="0"/>
              <a:t> =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lastRow</a:t>
            </a:r>
            <a:r>
              <a:rPr lang="en-US" dirty="0"/>
              <a:t>, 1).Value + 1</a:t>
            </a:r>
          </a:p>
          <a:p>
            <a:r>
              <a:rPr lang="en-US" dirty="0"/>
              <a:t>        </a:t>
            </a:r>
            <a:r>
              <a:rPr lang="en-US" dirty="0" err="1"/>
              <a:t>nextRow</a:t>
            </a:r>
            <a:r>
              <a:rPr lang="en-US" dirty="0"/>
              <a:t> = </a:t>
            </a:r>
            <a:r>
              <a:rPr lang="en-US" dirty="0" err="1"/>
              <a:t>lastRow</a:t>
            </a:r>
            <a:r>
              <a:rPr lang="en-US" dirty="0"/>
              <a:t> + 1</a:t>
            </a:r>
          </a:p>
          <a:p>
            <a:r>
              <a:rPr lang="en-US" dirty="0"/>
              <a:t>    End If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388342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15AD-6B10-B386-BA7B-B4D0CFBA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D468-2A1F-F158-B78C-7BC7D5A6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6" y="371056"/>
            <a:ext cx="6877119" cy="640080"/>
          </a:xfrm>
        </p:spPr>
        <p:txBody>
          <a:bodyPr/>
          <a:lstStyle/>
          <a:p>
            <a:r>
              <a:rPr lang="th-TH" dirty="0"/>
              <a:t>สร้างฟังก์ชันบันทึกข้อมูล</a:t>
            </a:r>
            <a:r>
              <a:rPr lang="en-US" dirty="0"/>
              <a:t> “</a:t>
            </a:r>
            <a:r>
              <a:rPr lang="en-US" dirty="0" err="1"/>
              <a:t>employee”sheet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F5197-08E8-DF18-9D9A-0BFECB66CF82}"/>
              </a:ext>
            </a:extLst>
          </p:cNvPr>
          <p:cNvSpPr txBox="1"/>
          <p:nvPr/>
        </p:nvSpPr>
        <p:spPr>
          <a:xfrm>
            <a:off x="5715000" y="93315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</a:t>
            </a:r>
          </a:p>
          <a:p>
            <a:r>
              <a:rPr lang="en-US" dirty="0"/>
              <a:t>    ' ===== save data =====</a:t>
            </a:r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1).Value = </a:t>
            </a:r>
            <a:r>
              <a:rPr lang="en-US" dirty="0" err="1"/>
              <a:t>newID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2).Value = </a:t>
            </a:r>
            <a:r>
              <a:rPr lang="en-US" dirty="0" err="1"/>
              <a:t>fullName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3).Value = </a:t>
            </a:r>
            <a:r>
              <a:rPr lang="en-US" dirty="0" err="1"/>
              <a:t>cboProvince.Value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4).Value = </a:t>
            </a:r>
            <a:r>
              <a:rPr lang="en-US" dirty="0" err="1"/>
              <a:t>cboDistrict.Value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5).Value = </a:t>
            </a:r>
            <a:r>
              <a:rPr lang="en-US" dirty="0" err="1"/>
              <a:t>cboSubDistrict.Value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6).Value = </a:t>
            </a:r>
            <a:r>
              <a:rPr lang="en-US" dirty="0" err="1"/>
              <a:t>cboPosition.Value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ws.Cells</a:t>
            </a:r>
            <a:r>
              <a:rPr lang="en-US" dirty="0"/>
              <a:t>(</a:t>
            </a:r>
            <a:r>
              <a:rPr lang="en-US" dirty="0" err="1"/>
              <a:t>nextRow</a:t>
            </a:r>
            <a:r>
              <a:rPr lang="en-US" dirty="0"/>
              <a:t>, 7).Value = Now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MsgBox</a:t>
            </a:r>
            <a:r>
              <a:rPr lang="en-US" dirty="0"/>
              <a:t> "save success (ID = " &amp; </a:t>
            </a:r>
            <a:r>
              <a:rPr lang="en-US" dirty="0" err="1"/>
              <a:t>newID</a:t>
            </a:r>
            <a:r>
              <a:rPr lang="en-US" dirty="0"/>
              <a:t> &amp; ")"</a:t>
            </a:r>
          </a:p>
          <a:p>
            <a:r>
              <a:rPr lang="en-US" dirty="0"/>
              <a:t>    ' clear field</a:t>
            </a:r>
          </a:p>
          <a:p>
            <a:r>
              <a:rPr lang="en-US" dirty="0"/>
              <a:t>    </a:t>
            </a:r>
            <a:r>
              <a:rPr lang="en-US" dirty="0" err="1"/>
              <a:t>txtName.Value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txtSurname.Value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cboProvince.Value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cboSubDistrict.Value</a:t>
            </a:r>
            <a:r>
              <a:rPr lang="en-US" dirty="0"/>
              <a:t> = ""</a:t>
            </a:r>
          </a:p>
          <a:p>
            <a:r>
              <a:rPr lang="en-US" dirty="0"/>
              <a:t>    </a:t>
            </a:r>
            <a:r>
              <a:rPr lang="en-US" dirty="0" err="1"/>
              <a:t>cboPosition.Value</a:t>
            </a:r>
            <a:r>
              <a:rPr lang="en-US" dirty="0"/>
              <a:t> = ""</a:t>
            </a:r>
          </a:p>
          <a:p>
            <a:r>
              <a:rPr lang="en-US" dirty="0"/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216784618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431</TotalTime>
  <Words>2780</Words>
  <Application>Microsoft Office PowerPoint</Application>
  <PresentationFormat>Widescreen</PresentationFormat>
  <Paragraphs>397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Segoe UI Light</vt:lpstr>
      <vt:lpstr>Custom</vt:lpstr>
      <vt:lpstr>การทำ FORM การทำ employee form</vt:lpstr>
      <vt:lpstr>PowerPoint Presentation</vt:lpstr>
      <vt:lpstr>ทบทวน Book1.xlsm </vt:lpstr>
      <vt:lpstr>ทบทวน Book1.xlsm </vt:lpstr>
      <vt:lpstr>ทบทวน Book1.xlsm </vt:lpstr>
      <vt:lpstr>Enable Macro : Option-&gt;Trust Center -&gt;Trust setting-&gt;enable macro</vt:lpstr>
      <vt:lpstr>แก้ไขแฟ้ม Book1.xlsm </vt:lpstr>
      <vt:lpstr>PowerPoint Presentation</vt:lpstr>
      <vt:lpstr>สร้างปุ่มแสดง “UserForm1” ใน “employee”  sheet</vt:lpstr>
      <vt:lpstr>สร้างปุ่มในการ “UserForm1” ใน “employee”  sheet</vt:lpstr>
      <vt:lpstr>UserForm :  </vt:lpstr>
      <vt:lpstr>แก้ไข code : Initialize เพิ่ม initial ตำแหน่ง</vt:lpstr>
      <vt:lpstr>สร้างฟังก์ชันบันทึกข้อมูล “employee”sheet</vt:lpstr>
      <vt:lpstr>สร้างฟังก์ชันบันทึกข้อมูล “employee”sheet</vt:lpstr>
      <vt:lpstr>สร้างฟังก์ชันบันทึกข้อมูล “employee”sheet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57</cp:revision>
  <dcterms:created xsi:type="dcterms:W3CDTF">2026-02-24T13:07:23Z</dcterms:created>
  <dcterms:modified xsi:type="dcterms:W3CDTF">2026-02-26T10:12:02Z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