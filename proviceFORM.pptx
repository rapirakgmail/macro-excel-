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5"/>
  </p:notesMasterIdLst>
  <p:handoutMasterIdLst>
    <p:handoutMasterId r:id="rId36"/>
  </p:handoutMasterIdLst>
  <p:sldIdLst>
    <p:sldId id="256" r:id="rId5"/>
    <p:sldId id="310" r:id="rId6"/>
    <p:sldId id="286" r:id="rId7"/>
    <p:sldId id="271" r:id="rId8"/>
    <p:sldId id="305" r:id="rId9"/>
    <p:sldId id="287" r:id="rId10"/>
    <p:sldId id="285" r:id="rId11"/>
    <p:sldId id="288" r:id="rId12"/>
    <p:sldId id="311" r:id="rId13"/>
    <p:sldId id="289" r:id="rId14"/>
    <p:sldId id="290" r:id="rId15"/>
    <p:sldId id="291" r:id="rId16"/>
    <p:sldId id="292" r:id="rId17"/>
    <p:sldId id="293" r:id="rId18"/>
    <p:sldId id="295" r:id="rId19"/>
    <p:sldId id="296" r:id="rId20"/>
    <p:sldId id="294" r:id="rId21"/>
    <p:sldId id="297" r:id="rId22"/>
    <p:sldId id="298" r:id="rId23"/>
    <p:sldId id="284" r:id="rId24"/>
    <p:sldId id="299" r:id="rId25"/>
    <p:sldId id="300" r:id="rId26"/>
    <p:sldId id="301" r:id="rId27"/>
    <p:sldId id="303" r:id="rId28"/>
    <p:sldId id="304" r:id="rId29"/>
    <p:sldId id="302" r:id="rId30"/>
    <p:sldId id="306" r:id="rId31"/>
    <p:sldId id="307" r:id="rId32"/>
    <p:sldId id="308" r:id="rId33"/>
    <p:sldId id="30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0"/>
          </p14:sldIdLst>
        </p14:section>
        <p14:section name="Design, Morph, Annotate, Work Together, Tell Me" id="{B9B51309-D148-4332-87C2-07BE32FBCA3B}">
          <p14:sldIdLst>
            <p14:sldId id="286"/>
            <p14:sldId id="271"/>
            <p14:sldId id="305"/>
            <p14:sldId id="287"/>
            <p14:sldId id="285"/>
            <p14:sldId id="288"/>
            <p14:sldId id="311"/>
            <p14:sldId id="289"/>
            <p14:sldId id="290"/>
            <p14:sldId id="291"/>
            <p14:sldId id="292"/>
            <p14:sldId id="293"/>
            <p14:sldId id="295"/>
            <p14:sldId id="296"/>
            <p14:sldId id="294"/>
            <p14:sldId id="297"/>
            <p14:sldId id="298"/>
            <p14:sldId id="284"/>
            <p14:sldId id="299"/>
            <p14:sldId id="300"/>
            <p14:sldId id="301"/>
            <p14:sldId id="303"/>
            <p14:sldId id="304"/>
            <p14:sldId id="302"/>
            <p14:sldId id="306"/>
            <p14:sldId id="307"/>
            <p14:sldId id="308"/>
            <p14:sldId id="309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41" autoAdjust="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24/02/2026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24/02/2026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24/02/2026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24/02/2026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62373" cy="2387600"/>
          </a:xfrm>
        </p:spPr>
        <p:txBody>
          <a:bodyPr anchor="ctr" anchorCtr="0">
            <a:normAutofit/>
          </a:bodyPr>
          <a:lstStyle/>
          <a:p>
            <a:r>
              <a:rPr lang="th-TH" sz="4800" dirty="0">
                <a:solidFill>
                  <a:schemeClr val="bg1"/>
                </a:solidFill>
              </a:rPr>
              <a:t>การทำ</a:t>
            </a:r>
            <a:r>
              <a:rPr lang="en-US" sz="4800" dirty="0">
                <a:solidFill>
                  <a:schemeClr val="bg1"/>
                </a:solidFill>
              </a:rPr>
              <a:t> FORM </a:t>
            </a:r>
            <a:r>
              <a:rPr lang="th-TH" sz="4800" dirty="0">
                <a:solidFill>
                  <a:schemeClr val="bg1"/>
                </a:solidFill>
              </a:rPr>
              <a:t>สำหรับเลือกจังหวัด</a:t>
            </a:r>
            <a:r>
              <a:rPr lang="en-US" sz="4800" dirty="0">
                <a:solidFill>
                  <a:schemeClr val="bg1"/>
                </a:solidFill>
              </a:rPr>
              <a:t>/</a:t>
            </a:r>
            <a:r>
              <a:rPr lang="th-TH" sz="4800" dirty="0">
                <a:solidFill>
                  <a:schemeClr val="bg1"/>
                </a:solidFill>
              </a:rPr>
              <a:t>อำเภอ</a:t>
            </a:r>
            <a:r>
              <a:rPr lang="en-US" sz="4800" dirty="0">
                <a:solidFill>
                  <a:schemeClr val="bg1"/>
                </a:solidFill>
              </a:rPr>
              <a:t>/</a:t>
            </a:r>
            <a:r>
              <a:rPr lang="th-TH" sz="4800" dirty="0">
                <a:solidFill>
                  <a:schemeClr val="bg1"/>
                </a:solidFill>
              </a:rPr>
              <a:t>ตำบลบน</a:t>
            </a:r>
            <a:r>
              <a:rPr lang="en-US" sz="4800" dirty="0">
                <a:solidFill>
                  <a:schemeClr val="bg1"/>
                </a:solidFill>
              </a:rPr>
              <a:t> excel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ขั้นตอน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44D6D-5F80-BADC-1A81-A5D61A88F4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7844108" cy="39776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1.</a:t>
            </a:r>
            <a:r>
              <a:rPr lang="th-TH" sz="2800" dirty="0"/>
              <a:t>สร้างแฟ้ม</a:t>
            </a:r>
            <a:r>
              <a:rPr lang="en-US" sz="2800" dirty="0"/>
              <a:t> “.</a:t>
            </a:r>
            <a:r>
              <a:rPr lang="en-US" sz="2800" dirty="0" err="1"/>
              <a:t>xlsm</a:t>
            </a:r>
            <a:r>
              <a:rPr lang="en-US" sz="2800" dirty="0"/>
              <a:t>”</a:t>
            </a:r>
            <a:r>
              <a:rPr lang="th-TH" sz="2800" dirty="0"/>
              <a:t> เพื่อเก็บ</a:t>
            </a:r>
            <a:r>
              <a:rPr lang="en-US" sz="2800" dirty="0"/>
              <a:t> macro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2.</a:t>
            </a:r>
            <a:r>
              <a:rPr lang="th-TH" sz="2800" dirty="0"/>
              <a:t>สร้างข้อมูลจังหวัด</a:t>
            </a:r>
            <a:r>
              <a:rPr lang="en-US" sz="2800" dirty="0"/>
              <a:t>/</a:t>
            </a:r>
            <a:r>
              <a:rPr lang="th-TH" sz="2800" dirty="0"/>
              <a:t>อำเภอ</a:t>
            </a:r>
            <a:r>
              <a:rPr lang="en-US" sz="2800" dirty="0"/>
              <a:t>/</a:t>
            </a:r>
            <a:r>
              <a:rPr lang="th-TH" sz="2800" dirty="0"/>
              <a:t>ตำบล</a:t>
            </a:r>
            <a:r>
              <a:rPr lang="en-US" sz="2800" dirty="0"/>
              <a:t> </a:t>
            </a:r>
            <a:r>
              <a:rPr lang="th-TH" sz="2800" dirty="0"/>
              <a:t>ใน</a:t>
            </a:r>
            <a:r>
              <a:rPr lang="en-US" sz="2800" dirty="0"/>
              <a:t> excel sheet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3.</a:t>
            </a:r>
            <a:r>
              <a:rPr lang="th-TH" sz="2800" dirty="0"/>
              <a:t>สร้าง</a:t>
            </a:r>
            <a:r>
              <a:rPr lang="en-US" sz="2800" dirty="0"/>
              <a:t> Form</a:t>
            </a:r>
            <a:r>
              <a:rPr lang="th-TH" sz="2800" dirty="0"/>
              <a:t>  ที่มีปุ่มเลือก</a:t>
            </a:r>
            <a:r>
              <a:rPr lang="en-US" sz="2800" dirty="0"/>
              <a:t> </a:t>
            </a:r>
            <a:r>
              <a:rPr lang="th-TH" sz="2800" dirty="0"/>
              <a:t>จังหวัด</a:t>
            </a:r>
            <a:r>
              <a:rPr lang="en-US" sz="2800" dirty="0"/>
              <a:t>/</a:t>
            </a:r>
            <a:r>
              <a:rPr lang="th-TH" sz="2800" dirty="0"/>
              <a:t>อำเภอ</a:t>
            </a:r>
            <a:r>
              <a:rPr lang="en-US" sz="2800" dirty="0"/>
              <a:t>/</a:t>
            </a:r>
            <a:r>
              <a:rPr lang="th-TH" sz="2800" dirty="0"/>
              <a:t>ตำบล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4.</a:t>
            </a:r>
            <a:r>
              <a:rPr lang="th-TH" sz="2800" dirty="0"/>
              <a:t>สร้างปุ่มสำหรับเปิด</a:t>
            </a:r>
            <a:r>
              <a:rPr lang="en-US" sz="2800" dirty="0"/>
              <a:t> Form </a:t>
            </a:r>
            <a:endParaRPr lang="th-TH" sz="2800" dirty="0"/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8F15-DF72-8B83-E9C8-BCA419CD2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217050"/>
            <a:ext cx="6877119" cy="640080"/>
          </a:xfrm>
        </p:spPr>
        <p:txBody>
          <a:bodyPr/>
          <a:lstStyle/>
          <a:p>
            <a:r>
              <a:rPr lang="th-TH" dirty="0"/>
              <a:t>สร้าง</a:t>
            </a:r>
            <a:r>
              <a:rPr lang="en-US" dirty="0"/>
              <a:t> “book1.xlsm”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C195B-7468-86CC-6779-20973CE044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8E17A-265B-EE3C-2684-82F4D8BD1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170" y="1043560"/>
            <a:ext cx="11066325" cy="58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93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h-TH" dirty="0"/>
              <a:t>เตรียมข้อมูลก่อนใน </a:t>
            </a:r>
            <a:r>
              <a:rPr lang="en-US" dirty="0"/>
              <a:t>: </a:t>
            </a:r>
            <a:r>
              <a:rPr lang="th-TH" dirty="0"/>
              <a:t>สร้าง </a:t>
            </a:r>
            <a:r>
              <a:rPr lang="en-US" dirty="0"/>
              <a:t>Sheet </a:t>
            </a:r>
            <a:r>
              <a:rPr lang="th-TH" dirty="0"/>
              <a:t>ชื่อ </a:t>
            </a:r>
            <a:r>
              <a:rPr lang="en-US" dirty="0"/>
              <a:t>Data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2D521F-52F6-3193-872E-6F31BBAD8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039354"/>
              </p:ext>
            </p:extLst>
          </p:nvPr>
        </p:nvGraphicFramePr>
        <p:xfrm>
          <a:off x="1800993" y="2452217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42256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886757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07883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dirty="0"/>
                        <a:t>จังหวัด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dirty="0"/>
                        <a:t>อำเภอ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ตำบล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005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กรุงเทพ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บางนา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บางนาเหนือ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192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dirty="0"/>
                        <a:t>กรุงเทพ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บางนา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บางนาใต้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451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กรุงเทพ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พระนคร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บางขุนพรหม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4804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เชียงใหม่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เมือง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ศรีภูมิ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979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เชียงใหม่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/>
                        <a:t>สันทราย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dirty="0"/>
                        <a:t>หนองหาร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547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4246-1FDE-A542-305B-132CE130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83E22-340F-436B-BAD0-A5F937575D3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3F8C0-3A52-DA0C-5ADE-2F6AA9439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52" y="-154005"/>
            <a:ext cx="9087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8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BB935-5B1F-2A32-7E8B-5D6DB9E3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C639-F766-FA82-7F33-AA2ECD462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สร้าง</a:t>
            </a:r>
            <a:r>
              <a:rPr lang="en-US" dirty="0"/>
              <a:t> </a:t>
            </a:r>
            <a:r>
              <a:rPr lang="en-US" dirty="0" err="1"/>
              <a:t>UserForm</a:t>
            </a:r>
            <a:r>
              <a:rPr lang="en-US" dirty="0"/>
              <a:t> : </a:t>
            </a:r>
            <a:r>
              <a:rPr lang="th-TH" dirty="0"/>
              <a:t> 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C72176-0399-4F7B-52DB-C05EEBF58BAB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539496" y="1665249"/>
            <a:ext cx="538966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th-TH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เลือก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Developer-&gt;View Code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4A0B62-8A82-245C-2807-2ED2D281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94" y="2243394"/>
            <a:ext cx="11024620" cy="340663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457936D-CCB8-C036-1746-1ED61FEF5C79}"/>
              </a:ext>
            </a:extLst>
          </p:cNvPr>
          <p:cNvSpPr/>
          <p:nvPr/>
        </p:nvSpPr>
        <p:spPr>
          <a:xfrm>
            <a:off x="5411446" y="2958677"/>
            <a:ext cx="1058779" cy="4567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DFE2327-A46C-8AE1-F19E-26818D23AF01}"/>
              </a:ext>
            </a:extLst>
          </p:cNvPr>
          <p:cNvSpPr/>
          <p:nvPr/>
        </p:nvSpPr>
        <p:spPr>
          <a:xfrm rot="19904763" flipV="1">
            <a:off x="6108984" y="3244475"/>
            <a:ext cx="460418" cy="8756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03020D-F546-BFF6-091E-138AFCCD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49" y="1593061"/>
            <a:ext cx="9364382" cy="5068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D8888-39BA-B189-9BFC-CD07EEB7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88175"/>
            <a:ext cx="6877119" cy="640080"/>
          </a:xfrm>
        </p:spPr>
        <p:txBody>
          <a:bodyPr/>
          <a:lstStyle/>
          <a:p>
            <a:r>
              <a:rPr lang="th-TH" dirty="0"/>
              <a:t>สร้าง</a:t>
            </a:r>
            <a:r>
              <a:rPr lang="en-US" dirty="0"/>
              <a:t> </a:t>
            </a:r>
            <a:r>
              <a:rPr lang="en-US" dirty="0" err="1"/>
              <a:t>UserForm</a:t>
            </a:r>
            <a:r>
              <a:rPr lang="en-US" dirty="0"/>
              <a:t> : </a:t>
            </a:r>
            <a:r>
              <a:rPr lang="th-TH" dirty="0"/>
              <a:t> 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6D9EEC-60BF-E577-AF03-E6B164B43CF3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539496" y="567969"/>
            <a:ext cx="538966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2.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 →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UserForm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62EC81-B87C-7E99-D592-CE93F8B09A51}"/>
              </a:ext>
            </a:extLst>
          </p:cNvPr>
          <p:cNvSpPr/>
          <p:nvPr/>
        </p:nvSpPr>
        <p:spPr>
          <a:xfrm>
            <a:off x="4431476" y="3561185"/>
            <a:ext cx="1058779" cy="5582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E033CB2-97E6-69C7-C10B-7313D7167AE2}"/>
              </a:ext>
            </a:extLst>
          </p:cNvPr>
          <p:cNvSpPr/>
          <p:nvPr/>
        </p:nvSpPr>
        <p:spPr>
          <a:xfrm rot="19904763" flipV="1">
            <a:off x="5082934" y="3765442"/>
            <a:ext cx="460418" cy="10702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667AA-BD80-AF7A-F72D-3C8235E5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74A6-D6FD-C137-CD47-DC513B84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สร้าง</a:t>
            </a:r>
            <a:r>
              <a:rPr lang="en-US" dirty="0"/>
              <a:t> </a:t>
            </a:r>
            <a:r>
              <a:rPr lang="en-US" dirty="0" err="1"/>
              <a:t>UserForm</a:t>
            </a:r>
            <a:r>
              <a:rPr lang="en-US" dirty="0"/>
              <a:t> : </a:t>
            </a:r>
            <a:r>
              <a:rPr lang="th-TH" dirty="0"/>
              <a:t> 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34FABA6-E52C-26D1-1BD3-20649D5C7527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73736" y="959442"/>
            <a:ext cx="538966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cs typeface="Angsana New" panose="02020603050405020304" pitchFamily="18" charset="-34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th-TH" altLang="en-US" sz="24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เลือก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 toolbox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3.</a:t>
            </a:r>
            <a:r>
              <a:rPr kumimoji="0" lang="th-TH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เพิ่ม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ComboBox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 3</a:t>
            </a:r>
            <a:r>
              <a:rPr kumimoji="0" lang="th-TH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 ตัว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cboProvince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858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cboDistrict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858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cboSubDistrict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91611C-4A70-D1B4-E6FB-D567AFEDA492}"/>
              </a:ext>
            </a:extLst>
          </p:cNvPr>
          <p:cNvSpPr/>
          <p:nvPr/>
        </p:nvSpPr>
        <p:spPr>
          <a:xfrm>
            <a:off x="4610501" y="3429000"/>
            <a:ext cx="356135" cy="3056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CD35DC-DA13-EB8E-3839-78BDC1B98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260" y="768096"/>
            <a:ext cx="9099740" cy="388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40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78E4-C763-6434-FABA-6D286698F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9B13-10EE-6510-2B0C-B10F55AD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สร้าง</a:t>
            </a:r>
            <a:r>
              <a:rPr lang="en-US" dirty="0"/>
              <a:t> </a:t>
            </a:r>
            <a:r>
              <a:rPr lang="en-US" dirty="0" err="1"/>
              <a:t>UserForm</a:t>
            </a:r>
            <a:r>
              <a:rPr lang="en-US" dirty="0"/>
              <a:t> : </a:t>
            </a:r>
            <a:r>
              <a:rPr lang="th-TH" dirty="0"/>
              <a:t> 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253684-7AF8-EDC7-16A3-B35A5588926A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73736" y="959442"/>
            <a:ext cx="538966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cs typeface="Angsana New" panose="02020603050405020304" pitchFamily="18" charset="-34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3.</a:t>
            </a:r>
            <a:r>
              <a:rPr kumimoji="0" lang="th-TH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เพิ่ม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ComboBox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 3</a:t>
            </a:r>
            <a:r>
              <a:rPr kumimoji="0" lang="th-TH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 ตัว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ngsana New" panose="02020603050405020304" pitchFamily="18" charset="-34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tools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cboProvince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858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cboDistrict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858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cboSubDistrict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4E618-FBA7-17A8-C68F-A9192E17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962" y="1228991"/>
            <a:ext cx="9778676" cy="553307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6923313-AF8C-B573-1DE4-08080903857F}"/>
              </a:ext>
            </a:extLst>
          </p:cNvPr>
          <p:cNvSpPr/>
          <p:nvPr/>
        </p:nvSpPr>
        <p:spPr>
          <a:xfrm>
            <a:off x="4610501" y="3429000"/>
            <a:ext cx="356135" cy="3056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92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91F0-1C18-E0CE-A3CF-32B5A933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7045-CADB-9A88-D641-A6C99BB14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57" y="101546"/>
            <a:ext cx="6877119" cy="640080"/>
          </a:xfrm>
        </p:spPr>
        <p:txBody>
          <a:bodyPr/>
          <a:lstStyle/>
          <a:p>
            <a:r>
              <a:rPr lang="en-US" dirty="0" err="1"/>
              <a:t>UserForm</a:t>
            </a:r>
            <a:r>
              <a:rPr lang="en-US" dirty="0"/>
              <a:t> : </a:t>
            </a:r>
            <a:r>
              <a:rPr lang="th-TH" dirty="0"/>
              <a:t> 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51D3DF-52C2-284F-06F5-DB6FF5DC17C7}"/>
              </a:ext>
            </a:extLst>
          </p:cNvPr>
          <p:cNvSpPr/>
          <p:nvPr/>
        </p:nvSpPr>
        <p:spPr>
          <a:xfrm>
            <a:off x="4610501" y="3429000"/>
            <a:ext cx="356135" cy="3056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2AB4E6-20EB-EE5E-5D0F-ED9E8CD69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710" y="991401"/>
            <a:ext cx="9233554" cy="5489995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24D2C9B-BFD7-EC65-F919-050898C7D74D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2435679" y="207976"/>
            <a:ext cx="53896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th-TH" altLang="en-US" sz="24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สร้าง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cboProvince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089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08C9-49C0-E38F-C114-FD02E445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5A61F-21DB-EA8F-79EB-F30050055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895" y="99739"/>
            <a:ext cx="8726118" cy="6649378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05ACF2B-AADC-1085-042E-25E04172AC73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356619" y="1517013"/>
            <a:ext cx="53896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th-TH" altLang="en-US" sz="24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สร้าง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cboProvince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505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82118-6C68-A02B-D6DB-C4D6EA4C6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DB4B255-E9D2-0F8E-0755-03B71289785E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356619" y="236852"/>
            <a:ext cx="53896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h-TH" altLang="en-US" sz="24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สร้าง </a:t>
            </a:r>
            <a:r>
              <a:rPr lang="en-US" altLang="en-US" sz="2400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cboDistrict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05F35-C1C2-ECB4-A5D7-985C522FE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262" y="1088136"/>
            <a:ext cx="9812119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143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F552-C281-A6F0-C48A-D7FC4C5F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C5C9F68-CDD1-CBB4-9326-73DF827A6440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327743" y="192578"/>
            <a:ext cx="53896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h-TH" altLang="en-US" sz="24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สร้าง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cboSubDistrict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7C5D0-EBC5-F4EC-117C-BF6146F4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36" y="827772"/>
            <a:ext cx="10080721" cy="591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39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51438-00A7-F54B-016D-89EBF624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80A53-48B8-368E-9252-93B374667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294051"/>
            <a:ext cx="6877119" cy="640080"/>
          </a:xfrm>
        </p:spPr>
        <p:txBody>
          <a:bodyPr/>
          <a:lstStyle/>
          <a:p>
            <a:r>
              <a:rPr lang="th-TH" dirty="0"/>
              <a:t>สร้างฟังชัน</a:t>
            </a:r>
            <a:r>
              <a:rPr lang="en-US" dirty="0"/>
              <a:t> load </a:t>
            </a:r>
            <a:r>
              <a:rPr lang="th-TH" dirty="0"/>
              <a:t>ข้อมูลจังหวัดจาก</a:t>
            </a:r>
            <a:r>
              <a:rPr lang="en-US" dirty="0"/>
              <a:t> sheet “data”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DF496-C8D0-315A-3781-9C4A8D8C5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5" y="1241659"/>
            <a:ext cx="8116422" cy="464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64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8579-517E-E535-1939-E80B6A66F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69F1-E845-8EC1-D0EC-28DAE6F1C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294051"/>
            <a:ext cx="6877119" cy="640080"/>
          </a:xfrm>
        </p:spPr>
        <p:txBody>
          <a:bodyPr/>
          <a:lstStyle/>
          <a:p>
            <a:r>
              <a:rPr lang="th-TH" dirty="0"/>
              <a:t>สร้างฟังชัน</a:t>
            </a:r>
            <a:r>
              <a:rPr lang="en-US" dirty="0"/>
              <a:t> load </a:t>
            </a:r>
            <a:r>
              <a:rPr lang="th-TH" dirty="0"/>
              <a:t>ข้อมูลจังหวัดจาก</a:t>
            </a:r>
            <a:r>
              <a:rPr lang="en-US" dirty="0"/>
              <a:t> sheet “data”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6CC84-B955-D4C1-8ECB-94AF11D4D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5" y="1241659"/>
            <a:ext cx="8116422" cy="464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154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0C7C-FCD6-3CF3-F8A7-FD7C61EC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สร้างฟังชัน</a:t>
            </a:r>
            <a:r>
              <a:rPr lang="en-US" dirty="0"/>
              <a:t> load </a:t>
            </a:r>
            <a:r>
              <a:rPr lang="th-TH" dirty="0"/>
              <a:t>ข้อมูลจังหวัดจาก</a:t>
            </a:r>
            <a:r>
              <a:rPr lang="en-US" dirty="0"/>
              <a:t> sheet “data”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C69F9-3B83-B3B5-801A-D06257F7FF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86EBA-AC30-38E9-53BD-AC78941F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366" y="1088135"/>
            <a:ext cx="10582753" cy="497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6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1278-1E36-C7D7-0496-93C808497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F3D0-2CB5-3A08-7A7D-5DAFFDF8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294051"/>
            <a:ext cx="6877119" cy="6400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AD9BF-B5A5-539C-80A2-5E5C144EDE7A}"/>
              </a:ext>
            </a:extLst>
          </p:cNvPr>
          <p:cNvSpPr txBox="1"/>
          <p:nvPr/>
        </p:nvSpPr>
        <p:spPr>
          <a:xfrm>
            <a:off x="392224" y="1437147"/>
            <a:ext cx="609760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Private Sub UserForm_Initialize()</a:t>
            </a:r>
          </a:p>
          <a:p>
            <a:r>
              <a:rPr lang="en-US" dirty="0"/>
              <a:t>    Dim </a:t>
            </a:r>
            <a:r>
              <a:rPr lang="en-US" dirty="0" err="1"/>
              <a:t>ws</a:t>
            </a:r>
            <a:r>
              <a:rPr lang="en-US" dirty="0"/>
              <a:t> As Worksheet</a:t>
            </a:r>
          </a:p>
          <a:p>
            <a:r>
              <a:rPr lang="en-US" dirty="0"/>
              <a:t>    Dim </a:t>
            </a:r>
            <a:r>
              <a:rPr lang="en-US" dirty="0" err="1"/>
              <a:t>lastRow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dict</a:t>
            </a:r>
            <a:r>
              <a:rPr lang="en-US" dirty="0"/>
              <a:t> As Object</a:t>
            </a:r>
          </a:p>
          <a:p>
            <a:r>
              <a:rPr lang="en-US" dirty="0"/>
              <a:t>    Dim </a:t>
            </a:r>
            <a:r>
              <a:rPr lang="en-US" dirty="0" err="1"/>
              <a:t>i</a:t>
            </a:r>
            <a:r>
              <a:rPr lang="en-US" dirty="0"/>
              <a:t> As Long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Set </a:t>
            </a:r>
            <a:r>
              <a:rPr lang="en-US" dirty="0" err="1"/>
              <a:t>ws</a:t>
            </a:r>
            <a:r>
              <a:rPr lang="en-US" dirty="0"/>
              <a:t> = </a:t>
            </a:r>
            <a:r>
              <a:rPr lang="en-US" dirty="0" err="1"/>
              <a:t>ThisWorkbook.Sheets</a:t>
            </a:r>
            <a:r>
              <a:rPr lang="en-US" dirty="0"/>
              <a:t>("Data")</a:t>
            </a:r>
          </a:p>
          <a:p>
            <a:r>
              <a:rPr lang="en-US" dirty="0"/>
              <a:t>    </a:t>
            </a:r>
            <a:r>
              <a:rPr lang="en-US" dirty="0" err="1"/>
              <a:t>lastRow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ws.Rows.Count</a:t>
            </a:r>
            <a:r>
              <a:rPr lang="en-US" dirty="0"/>
              <a:t>, 1).End(</a:t>
            </a:r>
            <a:r>
              <a:rPr lang="en-US" dirty="0" err="1"/>
              <a:t>xlUp</a:t>
            </a:r>
            <a:r>
              <a:rPr lang="en-US" dirty="0"/>
              <a:t>).Row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Set </a:t>
            </a:r>
            <a:r>
              <a:rPr lang="en-US" dirty="0" err="1"/>
              <a:t>dict</a:t>
            </a:r>
            <a:r>
              <a:rPr lang="en-US" dirty="0"/>
              <a:t> = </a:t>
            </a:r>
            <a:r>
              <a:rPr lang="en-US" dirty="0" err="1"/>
              <a:t>CreateObject</a:t>
            </a:r>
            <a:r>
              <a:rPr lang="en-US" dirty="0"/>
              <a:t>("</a:t>
            </a:r>
            <a:r>
              <a:rPr lang="en-US" dirty="0" err="1"/>
              <a:t>Scripting.Dictionary</a:t>
            </a:r>
            <a:r>
              <a:rPr lang="en-US" dirty="0"/>
              <a:t>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2 To </a:t>
            </a:r>
            <a:r>
              <a:rPr lang="en-US" dirty="0" err="1"/>
              <a:t>lastRow</a:t>
            </a:r>
            <a:endParaRPr lang="en-US" dirty="0"/>
          </a:p>
          <a:p>
            <a:r>
              <a:rPr lang="en-US" dirty="0"/>
              <a:t>        If Not </a:t>
            </a:r>
            <a:r>
              <a:rPr lang="en-US" dirty="0" err="1"/>
              <a:t>dict.exists</a:t>
            </a:r>
            <a:r>
              <a:rPr lang="en-US" dirty="0"/>
              <a:t>(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1).Value) Then</a:t>
            </a:r>
          </a:p>
          <a:p>
            <a:r>
              <a:rPr lang="en-US" dirty="0"/>
              <a:t>            </a:t>
            </a:r>
            <a:r>
              <a:rPr lang="en-US" dirty="0" err="1"/>
              <a:t>dict.Add</a:t>
            </a:r>
            <a:r>
              <a:rPr lang="en-US" dirty="0"/>
              <a:t>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1).Value, Nothing</a:t>
            </a:r>
          </a:p>
          <a:p>
            <a:r>
              <a:rPr lang="en-US" dirty="0"/>
              <a:t>        End If</a:t>
            </a:r>
          </a:p>
          <a:p>
            <a:r>
              <a:rPr lang="en-US" dirty="0"/>
              <a:t>    Next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cboProvince.List</a:t>
            </a:r>
            <a:r>
              <a:rPr lang="en-US" dirty="0"/>
              <a:t> = </a:t>
            </a:r>
            <a:r>
              <a:rPr lang="en-US" dirty="0" err="1"/>
              <a:t>dict.keys</a:t>
            </a:r>
            <a:endParaRPr lang="en-US" dirty="0"/>
          </a:p>
          <a:p>
            <a:r>
              <a:rPr lang="en-US" dirty="0"/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3597194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5FF7-74B4-CE2D-C7E8-A70BD3E0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912AA-18BB-016B-8B53-3A080AC98E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630C4-E1FE-2D38-4061-4C9ADD227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390"/>
            <a:ext cx="12192000" cy="6591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81444A-B974-AE67-2D90-59AE8CEC0E4A}"/>
              </a:ext>
            </a:extLst>
          </p:cNvPr>
          <p:cNvSpPr txBox="1"/>
          <p:nvPr/>
        </p:nvSpPr>
        <p:spPr>
          <a:xfrm>
            <a:off x="238221" y="-4510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ใส่</a:t>
            </a:r>
            <a:r>
              <a:rPr lang="en-US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190409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BD97-9B9A-70BC-7E1A-EE5146FF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ใส่</a:t>
            </a:r>
            <a:r>
              <a:rPr lang="en-US" dirty="0"/>
              <a:t> code : </a:t>
            </a:r>
            <a:r>
              <a:rPr lang="en-US" dirty="0" err="1"/>
              <a:t>cboProvince_Change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98379-620E-BA90-4A04-F3BA3462A9D1}"/>
              </a:ext>
            </a:extLst>
          </p:cNvPr>
          <p:cNvSpPr txBox="1"/>
          <p:nvPr/>
        </p:nvSpPr>
        <p:spPr>
          <a:xfrm>
            <a:off x="5801633" y="99753"/>
            <a:ext cx="6097604" cy="67403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Private Sub </a:t>
            </a:r>
            <a:r>
              <a:rPr lang="en-US" dirty="0" err="1"/>
              <a:t>cboProvince_Change</a:t>
            </a:r>
            <a:r>
              <a:rPr lang="en-US" dirty="0"/>
              <a:t>()</a:t>
            </a:r>
          </a:p>
          <a:p>
            <a:r>
              <a:rPr lang="en-US" dirty="0"/>
              <a:t>    Dim </a:t>
            </a:r>
            <a:r>
              <a:rPr lang="en-US" dirty="0" err="1"/>
              <a:t>ws</a:t>
            </a:r>
            <a:r>
              <a:rPr lang="en-US" dirty="0"/>
              <a:t> As Worksheet</a:t>
            </a:r>
          </a:p>
          <a:p>
            <a:r>
              <a:rPr lang="en-US" dirty="0"/>
              <a:t>    Dim </a:t>
            </a:r>
            <a:r>
              <a:rPr lang="en-US" dirty="0" err="1"/>
              <a:t>lastRow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dict</a:t>
            </a:r>
            <a:r>
              <a:rPr lang="en-US" dirty="0"/>
              <a:t> As Object</a:t>
            </a:r>
          </a:p>
          <a:p>
            <a:r>
              <a:rPr lang="en-US" dirty="0"/>
              <a:t>    Dim </a:t>
            </a:r>
            <a:r>
              <a:rPr lang="en-US" dirty="0" err="1"/>
              <a:t>i</a:t>
            </a:r>
            <a:r>
              <a:rPr lang="en-US" dirty="0"/>
              <a:t> As Long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cboDistrict.Clear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cboSubDistrict.Clear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Set </a:t>
            </a:r>
            <a:r>
              <a:rPr lang="en-US" dirty="0" err="1"/>
              <a:t>ws</a:t>
            </a:r>
            <a:r>
              <a:rPr lang="en-US" dirty="0"/>
              <a:t> = </a:t>
            </a:r>
            <a:r>
              <a:rPr lang="en-US" dirty="0" err="1"/>
              <a:t>ThisWorkbook.Sheets</a:t>
            </a:r>
            <a:r>
              <a:rPr lang="en-US" dirty="0"/>
              <a:t>("Data")</a:t>
            </a:r>
          </a:p>
          <a:p>
            <a:r>
              <a:rPr lang="en-US" dirty="0"/>
              <a:t>    </a:t>
            </a:r>
            <a:r>
              <a:rPr lang="en-US" dirty="0" err="1"/>
              <a:t>lastRow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ws.Rows.Count</a:t>
            </a:r>
            <a:r>
              <a:rPr lang="en-US" dirty="0"/>
              <a:t>, 1).End(</a:t>
            </a:r>
            <a:r>
              <a:rPr lang="en-US" dirty="0" err="1"/>
              <a:t>xlUp</a:t>
            </a:r>
            <a:r>
              <a:rPr lang="en-US" dirty="0"/>
              <a:t>).Row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Set </a:t>
            </a:r>
            <a:r>
              <a:rPr lang="en-US" dirty="0" err="1"/>
              <a:t>dict</a:t>
            </a:r>
            <a:r>
              <a:rPr lang="en-US" dirty="0"/>
              <a:t> = </a:t>
            </a:r>
            <a:r>
              <a:rPr lang="en-US" dirty="0" err="1"/>
              <a:t>CreateObject</a:t>
            </a:r>
            <a:r>
              <a:rPr lang="en-US" dirty="0"/>
              <a:t>("</a:t>
            </a:r>
            <a:r>
              <a:rPr lang="en-US" dirty="0" err="1"/>
              <a:t>Scripting.Dictionary</a:t>
            </a:r>
            <a:r>
              <a:rPr lang="en-US" dirty="0"/>
              <a:t>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2 To </a:t>
            </a:r>
            <a:r>
              <a:rPr lang="en-US" dirty="0" err="1"/>
              <a:t>lastRow</a:t>
            </a:r>
            <a:endParaRPr lang="en-US" dirty="0"/>
          </a:p>
          <a:p>
            <a:r>
              <a:rPr lang="en-US" dirty="0"/>
              <a:t>        If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1).Value = </a:t>
            </a:r>
            <a:r>
              <a:rPr lang="en-US" dirty="0" err="1"/>
              <a:t>cboProvince.Value</a:t>
            </a:r>
            <a:r>
              <a:rPr lang="en-US" dirty="0"/>
              <a:t> Then</a:t>
            </a:r>
          </a:p>
          <a:p>
            <a:r>
              <a:rPr lang="en-US" dirty="0"/>
              <a:t>            If Not </a:t>
            </a:r>
            <a:r>
              <a:rPr lang="en-US" dirty="0" err="1"/>
              <a:t>dict.exists</a:t>
            </a:r>
            <a:r>
              <a:rPr lang="en-US" dirty="0"/>
              <a:t>(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2).Value) Then</a:t>
            </a:r>
          </a:p>
          <a:p>
            <a:r>
              <a:rPr lang="en-US" dirty="0"/>
              <a:t>                </a:t>
            </a:r>
            <a:r>
              <a:rPr lang="en-US" dirty="0" err="1"/>
              <a:t>dict.Add</a:t>
            </a:r>
            <a:r>
              <a:rPr lang="en-US" dirty="0"/>
              <a:t>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2).Value, Nothing</a:t>
            </a:r>
          </a:p>
          <a:p>
            <a:r>
              <a:rPr lang="en-US" dirty="0"/>
              <a:t>            End If</a:t>
            </a:r>
          </a:p>
          <a:p>
            <a:r>
              <a:rPr lang="en-US" dirty="0"/>
              <a:t>        End If</a:t>
            </a:r>
          </a:p>
          <a:p>
            <a:r>
              <a:rPr lang="en-US" dirty="0"/>
              <a:t>    Next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cboDistrict.List</a:t>
            </a:r>
            <a:r>
              <a:rPr lang="en-US" dirty="0"/>
              <a:t> = </a:t>
            </a:r>
            <a:r>
              <a:rPr lang="en-US" dirty="0" err="1"/>
              <a:t>dict.keys</a:t>
            </a:r>
            <a:endParaRPr lang="en-US" dirty="0"/>
          </a:p>
          <a:p>
            <a:r>
              <a:rPr lang="en-US" dirty="0"/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536853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150C-B1C3-55CD-3A2F-B3C071C7E0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B2184-2D4F-3F3E-4F5A-22C45B27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745" y="768096"/>
            <a:ext cx="6877119" cy="562572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E5F752E-A62F-DF21-59D8-B83031CC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53039"/>
            <a:ext cx="6877050" cy="639763"/>
          </a:xfrm>
        </p:spPr>
        <p:txBody>
          <a:bodyPr/>
          <a:lstStyle/>
          <a:p>
            <a:r>
              <a:rPr lang="th-TH" dirty="0"/>
              <a:t>ใส่</a:t>
            </a:r>
            <a:r>
              <a:rPr lang="en-US" dirty="0"/>
              <a:t> code : </a:t>
            </a:r>
            <a:r>
              <a:rPr lang="en-US" dirty="0" err="1"/>
              <a:t>cboProvince_Change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57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407B-A956-4AD7-4898-77411A1F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2A00A-251E-5C89-F8BA-8E2A7DD8DD2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B22299-6723-D2A6-A2F6-78392523A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79131"/>
            <a:ext cx="11284196" cy="562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35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4B08B-A946-D09C-59D5-E2577ECF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EF683-F9F3-B88B-46E4-0679471747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51693-E60E-F42B-7154-68463D045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78549"/>
            <a:ext cx="11585367" cy="588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67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014E-07B8-A192-DD95-66ADD2B8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4DBC-72CA-507C-282E-B57CD91EA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ใส่</a:t>
            </a:r>
            <a:r>
              <a:rPr lang="en-US" dirty="0"/>
              <a:t> code : </a:t>
            </a:r>
            <a:r>
              <a:rPr lang="en-US" dirty="0" err="1"/>
              <a:t>cboDistrict_Change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8D10D-B494-8562-F912-E01FF3C25A9E}"/>
              </a:ext>
            </a:extLst>
          </p:cNvPr>
          <p:cNvSpPr txBox="1"/>
          <p:nvPr/>
        </p:nvSpPr>
        <p:spPr>
          <a:xfrm>
            <a:off x="5830508" y="90127"/>
            <a:ext cx="6097604" cy="62478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Private Sub </a:t>
            </a:r>
            <a:r>
              <a:rPr lang="en-US" sz="1600" dirty="0" err="1"/>
              <a:t>cboDistrict_Change</a:t>
            </a:r>
            <a:r>
              <a:rPr lang="en-US" sz="1600" dirty="0"/>
              <a:t>()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ws</a:t>
            </a:r>
            <a:r>
              <a:rPr lang="en-US" sz="1600" dirty="0"/>
              <a:t> As Worksheet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lastRow</a:t>
            </a:r>
            <a:r>
              <a:rPr lang="en-US" sz="1600" dirty="0"/>
              <a:t> As Long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dict</a:t>
            </a:r>
            <a:r>
              <a:rPr lang="en-US" sz="1600" dirty="0"/>
              <a:t> As Object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i</a:t>
            </a:r>
            <a:r>
              <a:rPr lang="en-US" sz="1600" dirty="0"/>
              <a:t> As Long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cboSubDistrict.Clear</a:t>
            </a:r>
            <a:endParaRPr lang="en-US" sz="1600" dirty="0"/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Set </a:t>
            </a:r>
            <a:r>
              <a:rPr lang="en-US" sz="1600" dirty="0" err="1"/>
              <a:t>ws</a:t>
            </a:r>
            <a:r>
              <a:rPr lang="en-US" sz="1600" dirty="0"/>
              <a:t> = </a:t>
            </a:r>
            <a:r>
              <a:rPr lang="en-US" sz="1600" dirty="0" err="1"/>
              <a:t>ThisWorkbook.Sheets</a:t>
            </a:r>
            <a:r>
              <a:rPr lang="en-US" sz="1600" dirty="0"/>
              <a:t>("Data")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lastRow</a:t>
            </a:r>
            <a:r>
              <a:rPr lang="en-US" sz="1600" dirty="0"/>
              <a:t> =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ws.Rows.Count</a:t>
            </a:r>
            <a:r>
              <a:rPr lang="en-US" sz="1600" dirty="0"/>
              <a:t>, 1).End(</a:t>
            </a:r>
            <a:r>
              <a:rPr lang="en-US" sz="1600" dirty="0" err="1"/>
              <a:t>xlUp</a:t>
            </a:r>
            <a:r>
              <a:rPr lang="en-US" sz="1600" dirty="0"/>
              <a:t>).Row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Set </a:t>
            </a:r>
            <a:r>
              <a:rPr lang="en-US" sz="1600" dirty="0" err="1"/>
              <a:t>dict</a:t>
            </a:r>
            <a:r>
              <a:rPr lang="en-US" sz="1600" dirty="0"/>
              <a:t> = </a:t>
            </a:r>
            <a:r>
              <a:rPr lang="en-US" sz="1600" dirty="0" err="1"/>
              <a:t>CreateObject</a:t>
            </a:r>
            <a:r>
              <a:rPr lang="en-US" sz="1600" dirty="0"/>
              <a:t>("</a:t>
            </a:r>
            <a:r>
              <a:rPr lang="en-US" sz="1600" dirty="0" err="1"/>
              <a:t>Scripting.Dictionary</a:t>
            </a:r>
            <a:r>
              <a:rPr lang="en-US" sz="1600" dirty="0"/>
              <a:t>")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For </a:t>
            </a:r>
            <a:r>
              <a:rPr lang="en-US" sz="1600" dirty="0" err="1"/>
              <a:t>i</a:t>
            </a:r>
            <a:r>
              <a:rPr lang="en-US" sz="1600" dirty="0"/>
              <a:t> = 2 To </a:t>
            </a:r>
            <a:r>
              <a:rPr lang="en-US" sz="1600" dirty="0" err="1"/>
              <a:t>lastRow</a:t>
            </a:r>
            <a:endParaRPr lang="en-US" sz="1600" dirty="0"/>
          </a:p>
          <a:p>
            <a:r>
              <a:rPr lang="en-US" sz="1600" dirty="0"/>
              <a:t>        If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1).Value = </a:t>
            </a:r>
            <a:r>
              <a:rPr lang="en-US" sz="1600" dirty="0" err="1"/>
              <a:t>cboProvince.Value</a:t>
            </a:r>
            <a:r>
              <a:rPr lang="en-US" sz="1600" dirty="0"/>
              <a:t> _</a:t>
            </a:r>
          </a:p>
          <a:p>
            <a:r>
              <a:rPr lang="en-US" sz="1600" dirty="0"/>
              <a:t>        And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2).Value = </a:t>
            </a:r>
            <a:r>
              <a:rPr lang="en-US" sz="1600" dirty="0" err="1"/>
              <a:t>cboDistrict.Value</a:t>
            </a:r>
            <a:r>
              <a:rPr lang="en-US" sz="1600" dirty="0"/>
              <a:t> Then</a:t>
            </a:r>
          </a:p>
          <a:p>
            <a:r>
              <a:rPr lang="en-US" sz="1600" dirty="0"/>
              <a:t>        </a:t>
            </a:r>
          </a:p>
          <a:p>
            <a:r>
              <a:rPr lang="en-US" sz="1600" dirty="0"/>
              <a:t>            If Not </a:t>
            </a:r>
            <a:r>
              <a:rPr lang="en-US" sz="1600" dirty="0" err="1"/>
              <a:t>dict.exists</a:t>
            </a:r>
            <a:r>
              <a:rPr lang="en-US" sz="1600" dirty="0"/>
              <a:t>(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3).Value) Then</a:t>
            </a:r>
          </a:p>
          <a:p>
            <a:r>
              <a:rPr lang="en-US" sz="1600" dirty="0"/>
              <a:t>                </a:t>
            </a:r>
            <a:r>
              <a:rPr lang="en-US" sz="1600" dirty="0" err="1"/>
              <a:t>dict.Add</a:t>
            </a:r>
            <a:r>
              <a:rPr lang="en-US" sz="1600" dirty="0"/>
              <a:t>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3).Value, Nothing</a:t>
            </a:r>
          </a:p>
          <a:p>
            <a:r>
              <a:rPr lang="en-US" sz="1600" dirty="0"/>
              <a:t>            End If</a:t>
            </a:r>
          </a:p>
          <a:p>
            <a:r>
              <a:rPr lang="en-US" sz="1600" dirty="0"/>
              <a:t>        End If</a:t>
            </a:r>
          </a:p>
          <a:p>
            <a:r>
              <a:rPr lang="en-US" sz="1600" dirty="0"/>
              <a:t>    Next </a:t>
            </a:r>
            <a:r>
              <a:rPr lang="en-US" sz="1600" dirty="0" err="1"/>
              <a:t>i</a:t>
            </a:r>
            <a:endParaRPr lang="en-US" sz="1600" dirty="0"/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cboSubDistrict.List</a:t>
            </a:r>
            <a:r>
              <a:rPr lang="en-US" sz="1600" dirty="0"/>
              <a:t> = </a:t>
            </a:r>
            <a:r>
              <a:rPr lang="en-US" sz="1600" dirty="0" err="1"/>
              <a:t>dict.keys</a:t>
            </a:r>
            <a:endParaRPr lang="en-US" sz="1600" dirty="0"/>
          </a:p>
          <a:p>
            <a:r>
              <a:rPr lang="en-US" sz="1600" dirty="0"/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2093505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CAA6-4A75-6A60-4E10-9F5A63DC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B640-8DFB-8F26-A4FB-2FC48EF623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D4A18-4E38-E413-7789-2262CD3A2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96" y="77002"/>
            <a:ext cx="11610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97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0650-48A7-E7BB-1888-0AF22469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239B6-5986-A867-B82A-450AB02672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7E0B51-B205-640D-A963-A186A75DA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3" y="517123"/>
            <a:ext cx="10640910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14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534F8-286D-379D-95CB-38A54BB4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7B9C-4AB7-4C29-4D32-8C05299D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ใส่</a:t>
            </a:r>
            <a:r>
              <a:rPr lang="en-US" dirty="0"/>
              <a:t> code : </a:t>
            </a:r>
            <a:r>
              <a:rPr lang="en-US" dirty="0" err="1"/>
              <a:t>cboDistrict_Change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B13C7-B2CC-F521-9C40-203D87704950}"/>
              </a:ext>
            </a:extLst>
          </p:cNvPr>
          <p:cNvSpPr txBox="1"/>
          <p:nvPr/>
        </p:nvSpPr>
        <p:spPr>
          <a:xfrm>
            <a:off x="5801633" y="22753"/>
            <a:ext cx="6097604" cy="62478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Private Sub </a:t>
            </a:r>
            <a:r>
              <a:rPr lang="en-US" sz="1600" dirty="0" err="1"/>
              <a:t>cboDistrict_Change</a:t>
            </a:r>
            <a:r>
              <a:rPr lang="en-US" sz="1600" dirty="0"/>
              <a:t>()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ws</a:t>
            </a:r>
            <a:r>
              <a:rPr lang="en-US" sz="1600" dirty="0"/>
              <a:t> As Worksheet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lastRow</a:t>
            </a:r>
            <a:r>
              <a:rPr lang="en-US" sz="1600" dirty="0"/>
              <a:t> As Long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dict</a:t>
            </a:r>
            <a:r>
              <a:rPr lang="en-US" sz="1600" dirty="0"/>
              <a:t> As Object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i</a:t>
            </a:r>
            <a:r>
              <a:rPr lang="en-US" sz="1600" dirty="0"/>
              <a:t> As Long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cboSubDistrict.Clear</a:t>
            </a:r>
            <a:endParaRPr lang="en-US" sz="1600" dirty="0"/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Set </a:t>
            </a:r>
            <a:r>
              <a:rPr lang="en-US" sz="1600" dirty="0" err="1"/>
              <a:t>ws</a:t>
            </a:r>
            <a:r>
              <a:rPr lang="en-US" sz="1600" dirty="0"/>
              <a:t> = </a:t>
            </a:r>
            <a:r>
              <a:rPr lang="en-US" sz="1600" dirty="0" err="1"/>
              <a:t>ThisWorkbook.Sheets</a:t>
            </a:r>
            <a:r>
              <a:rPr lang="en-US" sz="1600" dirty="0"/>
              <a:t>("Data")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lastRow</a:t>
            </a:r>
            <a:r>
              <a:rPr lang="en-US" sz="1600" dirty="0"/>
              <a:t> =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ws.Rows.Count</a:t>
            </a:r>
            <a:r>
              <a:rPr lang="en-US" sz="1600" dirty="0"/>
              <a:t>, 1).End(</a:t>
            </a:r>
            <a:r>
              <a:rPr lang="en-US" sz="1600" dirty="0" err="1"/>
              <a:t>xlUp</a:t>
            </a:r>
            <a:r>
              <a:rPr lang="en-US" sz="1600" dirty="0"/>
              <a:t>).Row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Set </a:t>
            </a:r>
            <a:r>
              <a:rPr lang="en-US" sz="1600" dirty="0" err="1"/>
              <a:t>dict</a:t>
            </a:r>
            <a:r>
              <a:rPr lang="en-US" sz="1600" dirty="0"/>
              <a:t> = </a:t>
            </a:r>
            <a:r>
              <a:rPr lang="en-US" sz="1600" dirty="0" err="1"/>
              <a:t>CreateObject</a:t>
            </a:r>
            <a:r>
              <a:rPr lang="en-US" sz="1600" dirty="0"/>
              <a:t>("</a:t>
            </a:r>
            <a:r>
              <a:rPr lang="en-US" sz="1600" dirty="0" err="1"/>
              <a:t>Scripting.Dictionary</a:t>
            </a:r>
            <a:r>
              <a:rPr lang="en-US" sz="1600" dirty="0"/>
              <a:t>")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For </a:t>
            </a:r>
            <a:r>
              <a:rPr lang="en-US" sz="1600" dirty="0" err="1"/>
              <a:t>i</a:t>
            </a:r>
            <a:r>
              <a:rPr lang="en-US" sz="1600" dirty="0"/>
              <a:t> = 2 To </a:t>
            </a:r>
            <a:r>
              <a:rPr lang="en-US" sz="1600" dirty="0" err="1"/>
              <a:t>lastRow</a:t>
            </a:r>
            <a:endParaRPr lang="en-US" sz="1600" dirty="0"/>
          </a:p>
          <a:p>
            <a:r>
              <a:rPr lang="en-US" sz="1600" dirty="0"/>
              <a:t>        If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1).Value = </a:t>
            </a:r>
            <a:r>
              <a:rPr lang="en-US" sz="1600" dirty="0" err="1"/>
              <a:t>cboProvince.Value</a:t>
            </a:r>
            <a:r>
              <a:rPr lang="en-US" sz="1600" dirty="0"/>
              <a:t> _</a:t>
            </a:r>
          </a:p>
          <a:p>
            <a:r>
              <a:rPr lang="en-US" sz="1600" dirty="0"/>
              <a:t>        And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2).Value = </a:t>
            </a:r>
            <a:r>
              <a:rPr lang="en-US" sz="1600" dirty="0" err="1"/>
              <a:t>cboDistrict.Value</a:t>
            </a:r>
            <a:r>
              <a:rPr lang="en-US" sz="1600" dirty="0"/>
              <a:t> Then</a:t>
            </a:r>
          </a:p>
          <a:p>
            <a:r>
              <a:rPr lang="en-US" sz="1600" dirty="0"/>
              <a:t>        </a:t>
            </a:r>
          </a:p>
          <a:p>
            <a:r>
              <a:rPr lang="en-US" sz="1600" dirty="0"/>
              <a:t>            If Not </a:t>
            </a:r>
            <a:r>
              <a:rPr lang="en-US" sz="1600" dirty="0" err="1"/>
              <a:t>dict.exists</a:t>
            </a:r>
            <a:r>
              <a:rPr lang="en-US" sz="1600" dirty="0"/>
              <a:t>(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3).Value) Then</a:t>
            </a:r>
          </a:p>
          <a:p>
            <a:r>
              <a:rPr lang="en-US" sz="1600" dirty="0"/>
              <a:t>                </a:t>
            </a:r>
            <a:r>
              <a:rPr lang="en-US" sz="1600" dirty="0" err="1"/>
              <a:t>dict.Add</a:t>
            </a:r>
            <a:r>
              <a:rPr lang="en-US" sz="1600" dirty="0"/>
              <a:t>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3).Value, Nothing</a:t>
            </a:r>
          </a:p>
          <a:p>
            <a:r>
              <a:rPr lang="en-US" sz="1600" dirty="0"/>
              <a:t>            End If</a:t>
            </a:r>
          </a:p>
          <a:p>
            <a:r>
              <a:rPr lang="en-US" sz="1600" dirty="0"/>
              <a:t>        End If</a:t>
            </a:r>
          </a:p>
          <a:p>
            <a:r>
              <a:rPr lang="en-US" sz="1600" dirty="0"/>
              <a:t>    Next </a:t>
            </a:r>
            <a:r>
              <a:rPr lang="en-US" sz="1600" dirty="0" err="1"/>
              <a:t>i</a:t>
            </a:r>
            <a:endParaRPr lang="en-US" sz="1600" dirty="0"/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cboSubDistrict.List</a:t>
            </a:r>
            <a:r>
              <a:rPr lang="en-US" sz="1600" dirty="0"/>
              <a:t> = </a:t>
            </a:r>
            <a:r>
              <a:rPr lang="en-US" sz="1600" dirty="0" err="1"/>
              <a:t>dict.keys</a:t>
            </a:r>
            <a:endParaRPr lang="en-US" sz="1600" dirty="0"/>
          </a:p>
          <a:p>
            <a:r>
              <a:rPr lang="en-US" sz="1600" dirty="0"/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3052016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4409-3F49-0785-068B-CCA63138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217049"/>
            <a:ext cx="6877119" cy="640080"/>
          </a:xfrm>
        </p:spPr>
        <p:txBody>
          <a:bodyPr/>
          <a:lstStyle/>
          <a:p>
            <a:r>
              <a:rPr lang="th-TH" dirty="0"/>
              <a:t>สร้างปุ่มเพื่อเรียก</a:t>
            </a:r>
            <a:r>
              <a:rPr lang="en-US" dirty="0"/>
              <a:t> form</a:t>
            </a:r>
            <a:r>
              <a:rPr lang="th-TH" dirty="0"/>
              <a:t> ที่สร้าง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9AA66-8D14-6B45-693A-D0428A0034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3BED7F-58BC-E698-E851-FD1244D6F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653" y="1088136"/>
            <a:ext cx="8849960" cy="416300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3952FE1-CB62-5935-F2A2-0C5E688297D3}"/>
              </a:ext>
            </a:extLst>
          </p:cNvPr>
          <p:cNvSpPr/>
          <p:nvPr/>
        </p:nvSpPr>
        <p:spPr>
          <a:xfrm>
            <a:off x="5864989" y="1299409"/>
            <a:ext cx="309205" cy="327259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E5D31B-9876-0CAB-ECE3-E6B46A927AD3}"/>
              </a:ext>
            </a:extLst>
          </p:cNvPr>
          <p:cNvSpPr/>
          <p:nvPr/>
        </p:nvSpPr>
        <p:spPr>
          <a:xfrm>
            <a:off x="5420623" y="2356585"/>
            <a:ext cx="309205" cy="327259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53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26C31-E1AB-3AC5-7F4A-385E3D29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C34C9-2ADC-335A-C064-D31DE230D3D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11DC1-7FA5-F2AC-D202-ABCCD174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94" y="690180"/>
            <a:ext cx="8507012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70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6C18-ACBA-5D28-E9E1-0B39F231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CD58-FC61-E85F-9BC5-B9BB61BFD12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83F4E-AE84-DE7F-460A-F0A0F53DA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507" y="682152"/>
            <a:ext cx="7944959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01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C213-AB62-0847-431F-6D700562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57BAF-3FF5-0834-9E78-0D24255A17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05CAB-A1BA-A697-27B7-1AFFD0E4C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03" y="1088136"/>
            <a:ext cx="972638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818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135</TotalTime>
  <Words>830</Words>
  <Application>Microsoft Office PowerPoint</Application>
  <PresentationFormat>Widescreen</PresentationFormat>
  <Paragraphs>154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 Unicode MS</vt:lpstr>
      <vt:lpstr>Arial</vt:lpstr>
      <vt:lpstr>Calibri</vt:lpstr>
      <vt:lpstr>Segoe UI</vt:lpstr>
      <vt:lpstr>Segoe UI Light</vt:lpstr>
      <vt:lpstr>Custom</vt:lpstr>
      <vt:lpstr>การทำ FORM สำหรับเลือกจังหวัด/อำเภอ/ตำบลบน excel</vt:lpstr>
      <vt:lpstr>ขั้นตอน</vt:lpstr>
      <vt:lpstr>สร้าง “book1.xlsm”</vt:lpstr>
      <vt:lpstr>เตรียมข้อมูลก่อนใน : สร้าง Sheet ชื่อ Data</vt:lpstr>
      <vt:lpstr>PowerPoint Presentation</vt:lpstr>
      <vt:lpstr>สร้าง UserForm :  </vt:lpstr>
      <vt:lpstr>สร้าง UserForm :  </vt:lpstr>
      <vt:lpstr>สร้าง UserForm :  </vt:lpstr>
      <vt:lpstr>สร้าง UserForm :  </vt:lpstr>
      <vt:lpstr>UserForm :  </vt:lpstr>
      <vt:lpstr>PowerPoint Presentation</vt:lpstr>
      <vt:lpstr>PowerPoint Presentation</vt:lpstr>
      <vt:lpstr>PowerPoint Presentation</vt:lpstr>
      <vt:lpstr>สร้างฟังชัน load ข้อมูลจังหวัดจาก sheet “data”</vt:lpstr>
      <vt:lpstr>สร้างฟังชัน load ข้อมูลจังหวัดจาก sheet “data”</vt:lpstr>
      <vt:lpstr>สร้างฟังชัน load ข้อมูลจังหวัดจาก sheet “data”</vt:lpstr>
      <vt:lpstr>PowerPoint Presentation</vt:lpstr>
      <vt:lpstr>PowerPoint Presentation</vt:lpstr>
      <vt:lpstr>ใส่ code : cboProvince_Change</vt:lpstr>
      <vt:lpstr>ใส่ code : cboProvince_Change</vt:lpstr>
      <vt:lpstr>PowerPoint Presentation</vt:lpstr>
      <vt:lpstr>PowerPoint Presentation</vt:lpstr>
      <vt:lpstr>ใส่ code : cboDistrict_Change</vt:lpstr>
      <vt:lpstr>PowerPoint Presentation</vt:lpstr>
      <vt:lpstr>PowerPoint Presentation</vt:lpstr>
      <vt:lpstr>ใส่ code : cboDistrict_Change</vt:lpstr>
      <vt:lpstr>สร้างปุ่มเพื่อเรียก form ที่สร้าง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25</cp:revision>
  <dcterms:created xsi:type="dcterms:W3CDTF">2026-02-24T13:07:23Z</dcterms:created>
  <dcterms:modified xsi:type="dcterms:W3CDTF">2026-02-24T15:22:32Z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